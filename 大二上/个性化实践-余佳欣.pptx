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12192000"/>
  <p:embeddedFontLst>
    <p:embeddedFont>
      <p:font typeface="MiSans" panose="00000500000000000000" pitchFamily="34" charset="-122"/>
      <p:regular r:id="rId25"/>
    </p:embeddedFont>
    <p:embeddedFont>
      <p:font typeface="MiSans" panose="00000500000000000000" pitchFamily="34" charset="-120"/>
      <p:regular r:id="rId26"/>
    </p:embeddedFont>
    <p:embeddedFont>
      <p:font typeface="Noto Sans SC" panose="020B0200000000000000" pitchFamily="34" charset="-122"/>
      <p:regular r:id="rId27"/>
    </p:embeddedFont>
    <p:embeddedFont>
      <p:font typeface="Noto Sans SC" panose="020B0200000000000000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.jpe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8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webp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0"/>
            <a:ext cx="12282170" cy="6858000"/>
          </a:xfrm>
          <a:prstGeom prst="rect">
            <a:avLst/>
          </a:prstGeom>
          <a:solidFill>
            <a:srgbClr val="F8F0E5"/>
          </a:solidFill>
        </p:spPr>
      </p:sp>
      <p:sp>
        <p:nvSpPr>
          <p:cNvPr id="3" name="Text 1"/>
          <p:cNvSpPr/>
          <p:nvPr/>
        </p:nvSpPr>
        <p:spPr>
          <a:xfrm>
            <a:off x="-635" y="0"/>
            <a:ext cx="1228217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4-d2tbq2lnfo2stf9djtg0.png"/>
          <p:cNvPicPr>
            <a:picLocks noChangeAspect="1"/>
          </p:cNvPicPr>
          <p:nvPr/>
        </p:nvPicPr>
        <p:blipFill>
          <a:blip r:embed="rId1"/>
          <a:srcRect t="3" b="3"/>
          <a:stretch>
            <a:fillRect/>
          </a:stretch>
        </p:blipFill>
        <p:spPr>
          <a:xfrm flipH="1">
            <a:off x="2461260" y="1731645"/>
            <a:ext cx="11127105" cy="6236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0685" y="776605"/>
            <a:ext cx="10744835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产品创新与设计：发现看不见的痛点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0685" y="5023485"/>
            <a:ext cx="271843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汇报人：余佳欣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5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10795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3-d2tbq2dnfo2stf9djtfg.png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 rot="420000" flipH="1">
            <a:off x="5502275" y="-566420"/>
            <a:ext cx="6068060" cy="34004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360000">
            <a:off x="1051560" y="2782570"/>
            <a:ext cx="1411605" cy="1503045"/>
          </a:xfrm>
          <a:custGeom>
            <a:avLst/>
            <a:gdLst/>
            <a:ahLst/>
            <a:cxnLst/>
            <a:rect l="l" t="t" r="r" b="b"/>
            <a:pathLst>
              <a:path w="1411605" h="1503045">
                <a:moveTo>
                  <a:pt x="786466" y="149442"/>
                </a:moveTo>
                <a:cubicBezTo>
                  <a:pt x="823916" y="142258"/>
                  <a:pt x="867129" y="127888"/>
                  <a:pt x="908901" y="117830"/>
                </a:cubicBezTo>
                <a:cubicBezTo>
                  <a:pt x="920424" y="114956"/>
                  <a:pt x="933388" y="116393"/>
                  <a:pt x="944911" y="114956"/>
                </a:cubicBezTo>
                <a:cubicBezTo>
                  <a:pt x="949232" y="114956"/>
                  <a:pt x="953554" y="110645"/>
                  <a:pt x="959315" y="110645"/>
                </a:cubicBezTo>
                <a:cubicBezTo>
                  <a:pt x="970839" y="107771"/>
                  <a:pt x="983802" y="112082"/>
                  <a:pt x="995326" y="110645"/>
                </a:cubicBezTo>
                <a:cubicBezTo>
                  <a:pt x="1011170" y="107771"/>
                  <a:pt x="1032776" y="99149"/>
                  <a:pt x="1050061" y="96275"/>
                </a:cubicBezTo>
                <a:cubicBezTo>
                  <a:pt x="1071667" y="91965"/>
                  <a:pt x="1093274" y="94838"/>
                  <a:pt x="1114880" y="99149"/>
                </a:cubicBezTo>
                <a:cubicBezTo>
                  <a:pt x="1122082" y="140821"/>
                  <a:pt x="1137926" y="208357"/>
                  <a:pt x="1130724" y="241407"/>
                </a:cubicBezTo>
                <a:cubicBezTo>
                  <a:pt x="1137926" y="290263"/>
                  <a:pt x="1135046" y="337682"/>
                  <a:pt x="1149450" y="373606"/>
                </a:cubicBezTo>
                <a:cubicBezTo>
                  <a:pt x="1156652" y="426773"/>
                  <a:pt x="1166735" y="484251"/>
                  <a:pt x="1175377" y="537418"/>
                </a:cubicBezTo>
                <a:cubicBezTo>
                  <a:pt x="1185460" y="593458"/>
                  <a:pt x="1205626" y="642315"/>
                  <a:pt x="1222911" y="689734"/>
                </a:cubicBezTo>
                <a:cubicBezTo>
                  <a:pt x="1244517" y="750086"/>
                  <a:pt x="1263242" y="809000"/>
                  <a:pt x="1289170" y="863604"/>
                </a:cubicBezTo>
                <a:cubicBezTo>
                  <a:pt x="1323740" y="934015"/>
                  <a:pt x="1371273" y="998677"/>
                  <a:pt x="1401522" y="1073398"/>
                </a:cubicBezTo>
                <a:cubicBezTo>
                  <a:pt x="1410165" y="1080583"/>
                  <a:pt x="1415926" y="1090642"/>
                  <a:pt x="1411605" y="1099263"/>
                </a:cubicBezTo>
                <a:cubicBezTo>
                  <a:pt x="1408724" y="1106448"/>
                  <a:pt x="1398641" y="1106448"/>
                  <a:pt x="1389999" y="1110759"/>
                </a:cubicBezTo>
                <a:cubicBezTo>
                  <a:pt x="1377035" y="1116507"/>
                  <a:pt x="1361191" y="1128002"/>
                  <a:pt x="1342465" y="1133750"/>
                </a:cubicBezTo>
                <a:cubicBezTo>
                  <a:pt x="1307895" y="1145246"/>
                  <a:pt x="1271885" y="1161052"/>
                  <a:pt x="1245957" y="1175421"/>
                </a:cubicBezTo>
                <a:cubicBezTo>
                  <a:pt x="1232994" y="1182606"/>
                  <a:pt x="1208507" y="1185480"/>
                  <a:pt x="1196983" y="1196976"/>
                </a:cubicBezTo>
                <a:cubicBezTo>
                  <a:pt x="1136486" y="1204160"/>
                  <a:pt x="1050061" y="1235773"/>
                  <a:pt x="980921" y="1251580"/>
                </a:cubicBezTo>
                <a:cubicBezTo>
                  <a:pt x="975160" y="1251580"/>
                  <a:pt x="976600" y="1257327"/>
                  <a:pt x="973719" y="1258764"/>
                </a:cubicBezTo>
                <a:cubicBezTo>
                  <a:pt x="953554" y="1255890"/>
                  <a:pt x="933388" y="1264512"/>
                  <a:pt x="911782" y="1267386"/>
                </a:cubicBezTo>
                <a:cubicBezTo>
                  <a:pt x="815274" y="1284629"/>
                  <a:pt x="714445" y="1296125"/>
                  <a:pt x="623699" y="1336359"/>
                </a:cubicBezTo>
                <a:cubicBezTo>
                  <a:pt x="561761" y="1363661"/>
                  <a:pt x="496943" y="1383779"/>
                  <a:pt x="442207" y="1411080"/>
                </a:cubicBezTo>
                <a:cubicBezTo>
                  <a:pt x="387471" y="1438382"/>
                  <a:pt x="342818" y="1475743"/>
                  <a:pt x="296725" y="1503045"/>
                </a:cubicBezTo>
                <a:cubicBezTo>
                  <a:pt x="286642" y="1490112"/>
                  <a:pt x="282321" y="1472869"/>
                  <a:pt x="275119" y="1457063"/>
                </a:cubicBezTo>
                <a:cubicBezTo>
                  <a:pt x="266476" y="1438382"/>
                  <a:pt x="254953" y="1416828"/>
                  <a:pt x="244870" y="1395274"/>
                </a:cubicBezTo>
                <a:cubicBezTo>
                  <a:pt x="240549" y="1386652"/>
                  <a:pt x="239109" y="1375157"/>
                  <a:pt x="236228" y="1366535"/>
                </a:cubicBezTo>
                <a:cubicBezTo>
                  <a:pt x="211741" y="1307620"/>
                  <a:pt x="187254" y="1244395"/>
                  <a:pt x="161326" y="1179732"/>
                </a:cubicBezTo>
                <a:cubicBezTo>
                  <a:pt x="157005" y="1171111"/>
                  <a:pt x="151243" y="1162489"/>
                  <a:pt x="148363" y="1155304"/>
                </a:cubicBezTo>
                <a:cubicBezTo>
                  <a:pt x="146922" y="1149556"/>
                  <a:pt x="148363" y="1140935"/>
                  <a:pt x="146922" y="1135187"/>
                </a:cubicBezTo>
                <a:cubicBezTo>
                  <a:pt x="133958" y="1094952"/>
                  <a:pt x="118114" y="1048970"/>
                  <a:pt x="105150" y="1004425"/>
                </a:cubicBezTo>
                <a:cubicBezTo>
                  <a:pt x="97948" y="981434"/>
                  <a:pt x="90746" y="957006"/>
                  <a:pt x="83544" y="934015"/>
                </a:cubicBezTo>
                <a:cubicBezTo>
                  <a:pt x="79223" y="921082"/>
                  <a:pt x="73461" y="908150"/>
                  <a:pt x="70580" y="895217"/>
                </a:cubicBezTo>
                <a:cubicBezTo>
                  <a:pt x="67699" y="880848"/>
                  <a:pt x="69140" y="866478"/>
                  <a:pt x="66259" y="850672"/>
                </a:cubicBezTo>
                <a:cubicBezTo>
                  <a:pt x="57617" y="803253"/>
                  <a:pt x="41772" y="755833"/>
                  <a:pt x="33130" y="705540"/>
                </a:cubicBezTo>
                <a:cubicBezTo>
                  <a:pt x="28808" y="679675"/>
                  <a:pt x="25927" y="653810"/>
                  <a:pt x="23047" y="625071"/>
                </a:cubicBezTo>
                <a:cubicBezTo>
                  <a:pt x="15845" y="580526"/>
                  <a:pt x="11523" y="537418"/>
                  <a:pt x="10083" y="492872"/>
                </a:cubicBezTo>
                <a:cubicBezTo>
                  <a:pt x="8642" y="465570"/>
                  <a:pt x="0" y="438268"/>
                  <a:pt x="5762" y="413840"/>
                </a:cubicBezTo>
                <a:cubicBezTo>
                  <a:pt x="60497" y="390849"/>
                  <a:pt x="119554" y="354926"/>
                  <a:pt x="188694" y="336245"/>
                </a:cubicBezTo>
                <a:cubicBezTo>
                  <a:pt x="201658" y="327624"/>
                  <a:pt x="221824" y="319002"/>
                  <a:pt x="236228" y="317565"/>
                </a:cubicBezTo>
                <a:cubicBezTo>
                  <a:pt x="279440" y="294574"/>
                  <a:pt x="332735" y="281641"/>
                  <a:pt x="384590" y="267272"/>
                </a:cubicBezTo>
                <a:cubicBezTo>
                  <a:pt x="432124" y="255776"/>
                  <a:pt x="481098" y="231348"/>
                  <a:pt x="522870" y="228474"/>
                </a:cubicBezTo>
                <a:cubicBezTo>
                  <a:pt x="534393" y="221290"/>
                  <a:pt x="550238" y="216979"/>
                  <a:pt x="566082" y="214105"/>
                </a:cubicBezTo>
                <a:cubicBezTo>
                  <a:pt x="558880" y="185366"/>
                  <a:pt x="534393" y="145131"/>
                  <a:pt x="531512" y="113519"/>
                </a:cubicBezTo>
                <a:cubicBezTo>
                  <a:pt x="528632" y="77595"/>
                  <a:pt x="550238" y="53167"/>
                  <a:pt x="567523" y="24428"/>
                </a:cubicBezTo>
                <a:cubicBezTo>
                  <a:pt x="587689" y="22991"/>
                  <a:pt x="607854" y="5748"/>
                  <a:pt x="632341" y="2874"/>
                </a:cubicBezTo>
                <a:cubicBezTo>
                  <a:pt x="662590" y="0"/>
                  <a:pt x="682756" y="10059"/>
                  <a:pt x="710124" y="20117"/>
                </a:cubicBezTo>
                <a:cubicBezTo>
                  <a:pt x="718766" y="37361"/>
                  <a:pt x="736051" y="47419"/>
                  <a:pt x="747574" y="63226"/>
                </a:cubicBezTo>
                <a:cubicBezTo>
                  <a:pt x="763419" y="89091"/>
                  <a:pt x="767740" y="123577"/>
                  <a:pt x="786466" y="149442"/>
                </a:cubicBezTo>
                <a:close/>
                <a:moveTo>
                  <a:pt x="695720" y="364984"/>
                </a:moveTo>
                <a:cubicBezTo>
                  <a:pt x="685637" y="346304"/>
                  <a:pt x="675554" y="321876"/>
                  <a:pt x="666911" y="300322"/>
                </a:cubicBezTo>
                <a:cubicBezTo>
                  <a:pt x="652507" y="267272"/>
                  <a:pt x="640984" y="232785"/>
                  <a:pt x="643865" y="196862"/>
                </a:cubicBezTo>
                <a:cubicBezTo>
                  <a:pt x="655388" y="178181"/>
                  <a:pt x="675554" y="173870"/>
                  <a:pt x="702922" y="179618"/>
                </a:cubicBezTo>
                <a:cubicBezTo>
                  <a:pt x="733170" y="221290"/>
                  <a:pt x="767740" y="303196"/>
                  <a:pt x="787906" y="362110"/>
                </a:cubicBezTo>
                <a:cubicBezTo>
                  <a:pt x="803751" y="405219"/>
                  <a:pt x="839761" y="479940"/>
                  <a:pt x="809512" y="512990"/>
                </a:cubicBezTo>
                <a:cubicBezTo>
                  <a:pt x="806631" y="515863"/>
                  <a:pt x="787906" y="533107"/>
                  <a:pt x="777823" y="534544"/>
                </a:cubicBezTo>
                <a:cubicBezTo>
                  <a:pt x="766300" y="535981"/>
                  <a:pt x="740372" y="531670"/>
                  <a:pt x="733170" y="525922"/>
                </a:cubicBezTo>
                <a:cubicBezTo>
                  <a:pt x="724528" y="520174"/>
                  <a:pt x="724528" y="507242"/>
                  <a:pt x="717326" y="501494"/>
                </a:cubicBezTo>
                <a:cubicBezTo>
                  <a:pt x="658269" y="372169"/>
                  <a:pt x="593450" y="258650"/>
                  <a:pt x="571844" y="91965"/>
                </a:cubicBezTo>
                <a:cubicBezTo>
                  <a:pt x="583367" y="70410"/>
                  <a:pt x="604974" y="58915"/>
                  <a:pt x="626580" y="47419"/>
                </a:cubicBezTo>
                <a:cubicBezTo>
                  <a:pt x="653948" y="44545"/>
                  <a:pt x="676994" y="56041"/>
                  <a:pt x="698600" y="63226"/>
                </a:cubicBezTo>
                <a:cubicBezTo>
                  <a:pt x="711564" y="83343"/>
                  <a:pt x="728849" y="99149"/>
                  <a:pt x="740372" y="120703"/>
                </a:cubicBezTo>
                <a:cubicBezTo>
                  <a:pt x="747574" y="135073"/>
                  <a:pt x="749015" y="153753"/>
                  <a:pt x="761979" y="163812"/>
                </a:cubicBezTo>
                <a:cubicBezTo>
                  <a:pt x="763419" y="158064"/>
                  <a:pt x="766300" y="163812"/>
                  <a:pt x="769181" y="160938"/>
                </a:cubicBezTo>
                <a:cubicBezTo>
                  <a:pt x="761979" y="119266"/>
                  <a:pt x="741813" y="91965"/>
                  <a:pt x="721647" y="56041"/>
                </a:cubicBezTo>
                <a:cubicBezTo>
                  <a:pt x="713005" y="51730"/>
                  <a:pt x="704362" y="44545"/>
                  <a:pt x="698600" y="34487"/>
                </a:cubicBezTo>
                <a:cubicBezTo>
                  <a:pt x="684196" y="28739"/>
                  <a:pt x="662590" y="17243"/>
                  <a:pt x="638103" y="20117"/>
                </a:cubicBezTo>
                <a:cubicBezTo>
                  <a:pt x="619378" y="22991"/>
                  <a:pt x="597772" y="33050"/>
                  <a:pt x="576165" y="40234"/>
                </a:cubicBezTo>
                <a:cubicBezTo>
                  <a:pt x="557440" y="57478"/>
                  <a:pt x="543036" y="84780"/>
                  <a:pt x="550238" y="117830"/>
                </a:cubicBezTo>
                <a:cubicBezTo>
                  <a:pt x="563202" y="146568"/>
                  <a:pt x="568963" y="182492"/>
                  <a:pt x="581927" y="212668"/>
                </a:cubicBezTo>
                <a:cubicBezTo>
                  <a:pt x="586248" y="244281"/>
                  <a:pt x="599212" y="262961"/>
                  <a:pt x="600652" y="288826"/>
                </a:cubicBezTo>
                <a:cubicBezTo>
                  <a:pt x="622259" y="339119"/>
                  <a:pt x="633782" y="393723"/>
                  <a:pt x="655388" y="441142"/>
                </a:cubicBezTo>
                <a:cubicBezTo>
                  <a:pt x="672673" y="479940"/>
                  <a:pt x="698600" y="524485"/>
                  <a:pt x="727409" y="548913"/>
                </a:cubicBezTo>
                <a:cubicBezTo>
                  <a:pt x="740372" y="548913"/>
                  <a:pt x="749015" y="556098"/>
                  <a:pt x="763419" y="557535"/>
                </a:cubicBezTo>
                <a:cubicBezTo>
                  <a:pt x="774942" y="551787"/>
                  <a:pt x="797989" y="553224"/>
                  <a:pt x="808072" y="550350"/>
                </a:cubicBezTo>
                <a:cubicBezTo>
                  <a:pt x="809512" y="543165"/>
                  <a:pt x="819595" y="540292"/>
                  <a:pt x="828238" y="535981"/>
                </a:cubicBezTo>
                <a:cubicBezTo>
                  <a:pt x="852725" y="504368"/>
                  <a:pt x="839761" y="461260"/>
                  <a:pt x="829678" y="421025"/>
                </a:cubicBezTo>
                <a:cubicBezTo>
                  <a:pt x="826797" y="409529"/>
                  <a:pt x="828238" y="399471"/>
                  <a:pt x="823916" y="389412"/>
                </a:cubicBezTo>
                <a:cubicBezTo>
                  <a:pt x="809512" y="344867"/>
                  <a:pt x="786466" y="294574"/>
                  <a:pt x="772062" y="260087"/>
                </a:cubicBezTo>
                <a:cubicBezTo>
                  <a:pt x="761979" y="234222"/>
                  <a:pt x="749015" y="209794"/>
                  <a:pt x="736051" y="189677"/>
                </a:cubicBezTo>
                <a:cubicBezTo>
                  <a:pt x="731730" y="179618"/>
                  <a:pt x="725968" y="168123"/>
                  <a:pt x="721647" y="163812"/>
                </a:cubicBezTo>
                <a:cubicBezTo>
                  <a:pt x="694279" y="133636"/>
                  <a:pt x="648186" y="155190"/>
                  <a:pt x="625139" y="179618"/>
                </a:cubicBezTo>
                <a:cubicBezTo>
                  <a:pt x="612176" y="229911"/>
                  <a:pt x="633782" y="273020"/>
                  <a:pt x="651067" y="316128"/>
                </a:cubicBezTo>
                <a:cubicBezTo>
                  <a:pt x="656828" y="333371"/>
                  <a:pt x="666911" y="352052"/>
                  <a:pt x="676994" y="367858"/>
                </a:cubicBezTo>
                <a:cubicBezTo>
                  <a:pt x="687077" y="383664"/>
                  <a:pt x="694279" y="409529"/>
                  <a:pt x="711564" y="406656"/>
                </a:cubicBezTo>
                <a:cubicBezTo>
                  <a:pt x="717326" y="393723"/>
                  <a:pt x="702922" y="379354"/>
                  <a:pt x="695720" y="364984"/>
                </a:cubicBezTo>
                <a:close/>
                <a:moveTo>
                  <a:pt x="721647" y="119266"/>
                </a:moveTo>
                <a:cubicBezTo>
                  <a:pt x="714445" y="104897"/>
                  <a:pt x="698600" y="83343"/>
                  <a:pt x="688518" y="76158"/>
                </a:cubicBezTo>
                <a:cubicBezTo>
                  <a:pt x="674113" y="67536"/>
                  <a:pt x="645305" y="58915"/>
                  <a:pt x="630901" y="63226"/>
                </a:cubicBezTo>
                <a:cubicBezTo>
                  <a:pt x="622259" y="66099"/>
                  <a:pt x="616497" y="76158"/>
                  <a:pt x="609295" y="80469"/>
                </a:cubicBezTo>
                <a:cubicBezTo>
                  <a:pt x="600652" y="84780"/>
                  <a:pt x="589129" y="86217"/>
                  <a:pt x="586248" y="97712"/>
                </a:cubicBezTo>
                <a:cubicBezTo>
                  <a:pt x="583367" y="107771"/>
                  <a:pt x="586248" y="126451"/>
                  <a:pt x="587689" y="135073"/>
                </a:cubicBezTo>
                <a:cubicBezTo>
                  <a:pt x="592010" y="159501"/>
                  <a:pt x="603533" y="185366"/>
                  <a:pt x="610735" y="205483"/>
                </a:cubicBezTo>
                <a:cubicBezTo>
                  <a:pt x="607854" y="162375"/>
                  <a:pt x="649626" y="137947"/>
                  <a:pt x="684196" y="136510"/>
                </a:cubicBezTo>
                <a:cubicBezTo>
                  <a:pt x="708683" y="136510"/>
                  <a:pt x="723087" y="153753"/>
                  <a:pt x="738932" y="163812"/>
                </a:cubicBezTo>
                <a:cubicBezTo>
                  <a:pt x="731730" y="145131"/>
                  <a:pt x="733170" y="136510"/>
                  <a:pt x="721647" y="119266"/>
                </a:cubicBezTo>
                <a:close/>
                <a:moveTo>
                  <a:pt x="1042859" y="119266"/>
                </a:moveTo>
                <a:cubicBezTo>
                  <a:pt x="1025574" y="127888"/>
                  <a:pt x="1001087" y="123577"/>
                  <a:pt x="978041" y="126451"/>
                </a:cubicBezTo>
                <a:cubicBezTo>
                  <a:pt x="956434" y="129325"/>
                  <a:pt x="934828" y="139384"/>
                  <a:pt x="917543" y="140821"/>
                </a:cubicBezTo>
                <a:cubicBezTo>
                  <a:pt x="907460" y="142258"/>
                  <a:pt x="898818" y="139384"/>
                  <a:pt x="888735" y="140821"/>
                </a:cubicBezTo>
                <a:cubicBezTo>
                  <a:pt x="839761" y="149442"/>
                  <a:pt x="797989" y="169560"/>
                  <a:pt x="749015" y="182492"/>
                </a:cubicBezTo>
                <a:cubicBezTo>
                  <a:pt x="773502" y="215542"/>
                  <a:pt x="793668" y="275894"/>
                  <a:pt x="815274" y="323313"/>
                </a:cubicBezTo>
                <a:cubicBezTo>
                  <a:pt x="832559" y="395160"/>
                  <a:pt x="877212" y="479940"/>
                  <a:pt x="849844" y="547476"/>
                </a:cubicBezTo>
                <a:cubicBezTo>
                  <a:pt x="828238" y="564720"/>
                  <a:pt x="795108" y="564720"/>
                  <a:pt x="764859" y="576215"/>
                </a:cubicBezTo>
                <a:cubicBezTo>
                  <a:pt x="760538" y="573341"/>
                  <a:pt x="753336" y="571904"/>
                  <a:pt x="749015" y="569030"/>
                </a:cubicBezTo>
                <a:cubicBezTo>
                  <a:pt x="710124" y="567593"/>
                  <a:pt x="689958" y="534544"/>
                  <a:pt x="675554" y="507242"/>
                </a:cubicBezTo>
                <a:cubicBezTo>
                  <a:pt x="630901" y="426773"/>
                  <a:pt x="594891" y="314691"/>
                  <a:pt x="571844" y="228474"/>
                </a:cubicBezTo>
                <a:cubicBezTo>
                  <a:pt x="553119" y="231348"/>
                  <a:pt x="535834" y="238533"/>
                  <a:pt x="521430" y="242844"/>
                </a:cubicBezTo>
                <a:cubicBezTo>
                  <a:pt x="495502" y="250029"/>
                  <a:pt x="479658" y="255776"/>
                  <a:pt x="460932" y="260087"/>
                </a:cubicBezTo>
                <a:cubicBezTo>
                  <a:pt x="443647" y="264398"/>
                  <a:pt x="427803" y="271583"/>
                  <a:pt x="411958" y="277330"/>
                </a:cubicBezTo>
                <a:cubicBezTo>
                  <a:pt x="380269" y="287389"/>
                  <a:pt x="347140" y="291700"/>
                  <a:pt x="315451" y="301759"/>
                </a:cubicBezTo>
                <a:cubicBezTo>
                  <a:pt x="295285" y="307506"/>
                  <a:pt x="276559" y="319002"/>
                  <a:pt x="257834" y="326187"/>
                </a:cubicBezTo>
                <a:cubicBezTo>
                  <a:pt x="205979" y="346304"/>
                  <a:pt x="154124" y="360673"/>
                  <a:pt x="103710" y="387975"/>
                </a:cubicBezTo>
                <a:cubicBezTo>
                  <a:pt x="74901" y="389412"/>
                  <a:pt x="53295" y="415277"/>
                  <a:pt x="23047" y="421025"/>
                </a:cubicBezTo>
                <a:cubicBezTo>
                  <a:pt x="21606" y="502931"/>
                  <a:pt x="28808" y="586274"/>
                  <a:pt x="44653" y="678238"/>
                </a:cubicBezTo>
                <a:cubicBezTo>
                  <a:pt x="50414" y="712725"/>
                  <a:pt x="66259" y="745775"/>
                  <a:pt x="70580" y="783135"/>
                </a:cubicBezTo>
                <a:cubicBezTo>
                  <a:pt x="77782" y="837739"/>
                  <a:pt x="87865" y="890906"/>
                  <a:pt x="103710" y="944073"/>
                </a:cubicBezTo>
                <a:cubicBezTo>
                  <a:pt x="119554" y="998677"/>
                  <a:pt x="129637" y="1054718"/>
                  <a:pt x="146922" y="1105011"/>
                </a:cubicBezTo>
                <a:cubicBezTo>
                  <a:pt x="159886" y="1146683"/>
                  <a:pt x="177171" y="1188354"/>
                  <a:pt x="193015" y="1225715"/>
                </a:cubicBezTo>
                <a:cubicBezTo>
                  <a:pt x="207420" y="1260201"/>
                  <a:pt x="220383" y="1290377"/>
                  <a:pt x="231907" y="1321990"/>
                </a:cubicBezTo>
                <a:cubicBezTo>
                  <a:pt x="253513" y="1379468"/>
                  <a:pt x="276559" y="1436946"/>
                  <a:pt x="305368" y="1484365"/>
                </a:cubicBezTo>
                <a:cubicBezTo>
                  <a:pt x="386031" y="1413954"/>
                  <a:pt x="494062" y="1378031"/>
                  <a:pt x="589129" y="1336359"/>
                </a:cubicBezTo>
                <a:cubicBezTo>
                  <a:pt x="691398" y="1291814"/>
                  <a:pt x="812393" y="1277445"/>
                  <a:pt x="924745" y="1250143"/>
                </a:cubicBezTo>
                <a:cubicBezTo>
                  <a:pt x="976600" y="1237210"/>
                  <a:pt x="1015491" y="1224278"/>
                  <a:pt x="1058704" y="1211345"/>
                </a:cubicBezTo>
                <a:cubicBezTo>
                  <a:pt x="1104797" y="1196976"/>
                  <a:pt x="1152331" y="1186917"/>
                  <a:pt x="1195543" y="1169674"/>
                </a:cubicBezTo>
                <a:cubicBezTo>
                  <a:pt x="1238755" y="1153867"/>
                  <a:pt x="1277647" y="1132313"/>
                  <a:pt x="1319419" y="1120817"/>
                </a:cubicBezTo>
                <a:cubicBezTo>
                  <a:pt x="1335263" y="1103574"/>
                  <a:pt x="1369833" y="1097826"/>
                  <a:pt x="1389999" y="1087768"/>
                </a:cubicBezTo>
                <a:cubicBezTo>
                  <a:pt x="1382797" y="1056155"/>
                  <a:pt x="1359750" y="1036038"/>
                  <a:pt x="1343906" y="1008736"/>
                </a:cubicBezTo>
                <a:cubicBezTo>
                  <a:pt x="1326621" y="974249"/>
                  <a:pt x="1306455" y="944073"/>
                  <a:pt x="1292051" y="912460"/>
                </a:cubicBezTo>
                <a:cubicBezTo>
                  <a:pt x="1260362" y="839176"/>
                  <a:pt x="1230113" y="768766"/>
                  <a:pt x="1207066" y="694045"/>
                </a:cubicBezTo>
                <a:cubicBezTo>
                  <a:pt x="1195543" y="659558"/>
                  <a:pt x="1181139" y="626508"/>
                  <a:pt x="1172496" y="592022"/>
                </a:cubicBezTo>
                <a:cubicBezTo>
                  <a:pt x="1162414" y="553224"/>
                  <a:pt x="1158092" y="511553"/>
                  <a:pt x="1150890" y="469881"/>
                </a:cubicBezTo>
                <a:cubicBezTo>
                  <a:pt x="1145129" y="432521"/>
                  <a:pt x="1135046" y="393723"/>
                  <a:pt x="1127844" y="353489"/>
                </a:cubicBezTo>
                <a:cubicBezTo>
                  <a:pt x="1111999" y="271583"/>
                  <a:pt x="1123522" y="191114"/>
                  <a:pt x="1097595" y="113519"/>
                </a:cubicBezTo>
                <a:cubicBezTo>
                  <a:pt x="1096154" y="113519"/>
                  <a:pt x="1094714" y="113519"/>
                  <a:pt x="1093274" y="113519"/>
                </a:cubicBezTo>
                <a:cubicBezTo>
                  <a:pt x="1067346" y="116393"/>
                  <a:pt x="1063025" y="123577"/>
                  <a:pt x="1042859" y="119266"/>
                </a:cubicBezTo>
                <a:close/>
                <a:moveTo>
                  <a:pt x="759098" y="520174"/>
                </a:moveTo>
                <a:cubicBezTo>
                  <a:pt x="769181" y="521611"/>
                  <a:pt x="787906" y="512990"/>
                  <a:pt x="786466" y="508679"/>
                </a:cubicBezTo>
                <a:cubicBezTo>
                  <a:pt x="803751" y="498620"/>
                  <a:pt x="806631" y="472755"/>
                  <a:pt x="805191" y="452638"/>
                </a:cubicBezTo>
                <a:cubicBezTo>
                  <a:pt x="767740" y="364984"/>
                  <a:pt x="744694" y="265835"/>
                  <a:pt x="692839" y="196862"/>
                </a:cubicBezTo>
                <a:cubicBezTo>
                  <a:pt x="675554" y="193988"/>
                  <a:pt x="665471" y="191114"/>
                  <a:pt x="659709" y="201172"/>
                </a:cubicBezTo>
                <a:cubicBezTo>
                  <a:pt x="665471" y="201172"/>
                  <a:pt x="659709" y="202609"/>
                  <a:pt x="659709" y="202609"/>
                </a:cubicBezTo>
                <a:cubicBezTo>
                  <a:pt x="652507" y="251465"/>
                  <a:pt x="678435" y="277330"/>
                  <a:pt x="689958" y="314691"/>
                </a:cubicBezTo>
                <a:cubicBezTo>
                  <a:pt x="694279" y="329061"/>
                  <a:pt x="698600" y="333371"/>
                  <a:pt x="702922" y="344867"/>
                </a:cubicBezTo>
                <a:cubicBezTo>
                  <a:pt x="704362" y="349178"/>
                  <a:pt x="704362" y="354926"/>
                  <a:pt x="705803" y="359236"/>
                </a:cubicBezTo>
                <a:cubicBezTo>
                  <a:pt x="717326" y="382228"/>
                  <a:pt x="750455" y="400908"/>
                  <a:pt x="724528" y="423899"/>
                </a:cubicBezTo>
                <a:cubicBezTo>
                  <a:pt x="717326" y="421025"/>
                  <a:pt x="705803" y="426773"/>
                  <a:pt x="697160" y="428210"/>
                </a:cubicBezTo>
                <a:cubicBezTo>
                  <a:pt x="714445" y="452638"/>
                  <a:pt x="727409" y="515863"/>
                  <a:pt x="759098" y="520174"/>
                </a:cubicBezTo>
                <a:close/>
              </a:path>
            </a:pathLst>
          </a:custGeom>
          <a:solidFill>
            <a:srgbClr val="4874CB"/>
          </a:solidFill>
        </p:spPr>
      </p:sp>
      <p:sp>
        <p:nvSpPr>
          <p:cNvPr id="6" name="Text 3"/>
          <p:cNvSpPr/>
          <p:nvPr/>
        </p:nvSpPr>
        <p:spPr>
          <a:xfrm rot="360000">
            <a:off x="1051560" y="2782570"/>
            <a:ext cx="1411605" cy="150304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360000">
            <a:off x="1051560" y="4418330"/>
            <a:ext cx="1411605" cy="1503045"/>
          </a:xfrm>
          <a:custGeom>
            <a:avLst/>
            <a:gdLst/>
            <a:ahLst/>
            <a:cxnLst/>
            <a:rect l="l" t="t" r="r" b="b"/>
            <a:pathLst>
              <a:path w="1411605" h="1503045">
                <a:moveTo>
                  <a:pt x="786466" y="149442"/>
                </a:moveTo>
                <a:cubicBezTo>
                  <a:pt x="823916" y="142258"/>
                  <a:pt x="867129" y="127888"/>
                  <a:pt x="908901" y="117830"/>
                </a:cubicBezTo>
                <a:cubicBezTo>
                  <a:pt x="920424" y="114956"/>
                  <a:pt x="933388" y="116393"/>
                  <a:pt x="944911" y="114956"/>
                </a:cubicBezTo>
                <a:cubicBezTo>
                  <a:pt x="949232" y="114956"/>
                  <a:pt x="953554" y="110645"/>
                  <a:pt x="959315" y="110645"/>
                </a:cubicBezTo>
                <a:cubicBezTo>
                  <a:pt x="970839" y="107771"/>
                  <a:pt x="983802" y="112082"/>
                  <a:pt x="995326" y="110645"/>
                </a:cubicBezTo>
                <a:cubicBezTo>
                  <a:pt x="1011170" y="107771"/>
                  <a:pt x="1032776" y="99149"/>
                  <a:pt x="1050061" y="96275"/>
                </a:cubicBezTo>
                <a:cubicBezTo>
                  <a:pt x="1071667" y="91965"/>
                  <a:pt x="1093274" y="94838"/>
                  <a:pt x="1114880" y="99149"/>
                </a:cubicBezTo>
                <a:cubicBezTo>
                  <a:pt x="1122082" y="140821"/>
                  <a:pt x="1137926" y="208357"/>
                  <a:pt x="1130724" y="241407"/>
                </a:cubicBezTo>
                <a:cubicBezTo>
                  <a:pt x="1137926" y="290263"/>
                  <a:pt x="1135046" y="337682"/>
                  <a:pt x="1149450" y="373606"/>
                </a:cubicBezTo>
                <a:cubicBezTo>
                  <a:pt x="1156652" y="426773"/>
                  <a:pt x="1166735" y="484251"/>
                  <a:pt x="1175377" y="537418"/>
                </a:cubicBezTo>
                <a:cubicBezTo>
                  <a:pt x="1185460" y="593458"/>
                  <a:pt x="1205626" y="642315"/>
                  <a:pt x="1222911" y="689734"/>
                </a:cubicBezTo>
                <a:cubicBezTo>
                  <a:pt x="1244517" y="750086"/>
                  <a:pt x="1263242" y="809000"/>
                  <a:pt x="1289170" y="863604"/>
                </a:cubicBezTo>
                <a:cubicBezTo>
                  <a:pt x="1323740" y="934015"/>
                  <a:pt x="1371273" y="998677"/>
                  <a:pt x="1401522" y="1073398"/>
                </a:cubicBezTo>
                <a:cubicBezTo>
                  <a:pt x="1410165" y="1080583"/>
                  <a:pt x="1415926" y="1090642"/>
                  <a:pt x="1411605" y="1099263"/>
                </a:cubicBezTo>
                <a:cubicBezTo>
                  <a:pt x="1408724" y="1106448"/>
                  <a:pt x="1398641" y="1106448"/>
                  <a:pt x="1389999" y="1110759"/>
                </a:cubicBezTo>
                <a:cubicBezTo>
                  <a:pt x="1377035" y="1116507"/>
                  <a:pt x="1361191" y="1128002"/>
                  <a:pt x="1342465" y="1133750"/>
                </a:cubicBezTo>
                <a:cubicBezTo>
                  <a:pt x="1307895" y="1145246"/>
                  <a:pt x="1271885" y="1161052"/>
                  <a:pt x="1245957" y="1175421"/>
                </a:cubicBezTo>
                <a:cubicBezTo>
                  <a:pt x="1232994" y="1182606"/>
                  <a:pt x="1208507" y="1185480"/>
                  <a:pt x="1196983" y="1196976"/>
                </a:cubicBezTo>
                <a:cubicBezTo>
                  <a:pt x="1136486" y="1204160"/>
                  <a:pt x="1050061" y="1235773"/>
                  <a:pt x="980921" y="1251580"/>
                </a:cubicBezTo>
                <a:cubicBezTo>
                  <a:pt x="975160" y="1251580"/>
                  <a:pt x="976600" y="1257327"/>
                  <a:pt x="973719" y="1258764"/>
                </a:cubicBezTo>
                <a:cubicBezTo>
                  <a:pt x="953554" y="1255890"/>
                  <a:pt x="933388" y="1264512"/>
                  <a:pt x="911782" y="1267386"/>
                </a:cubicBezTo>
                <a:cubicBezTo>
                  <a:pt x="815274" y="1284629"/>
                  <a:pt x="714445" y="1296125"/>
                  <a:pt x="623699" y="1336359"/>
                </a:cubicBezTo>
                <a:cubicBezTo>
                  <a:pt x="561761" y="1363661"/>
                  <a:pt x="496943" y="1383779"/>
                  <a:pt x="442207" y="1411080"/>
                </a:cubicBezTo>
                <a:cubicBezTo>
                  <a:pt x="387471" y="1438382"/>
                  <a:pt x="342818" y="1475743"/>
                  <a:pt x="296725" y="1503045"/>
                </a:cubicBezTo>
                <a:cubicBezTo>
                  <a:pt x="286642" y="1490112"/>
                  <a:pt x="282321" y="1472869"/>
                  <a:pt x="275119" y="1457063"/>
                </a:cubicBezTo>
                <a:cubicBezTo>
                  <a:pt x="266476" y="1438382"/>
                  <a:pt x="254953" y="1416828"/>
                  <a:pt x="244870" y="1395274"/>
                </a:cubicBezTo>
                <a:cubicBezTo>
                  <a:pt x="240549" y="1386652"/>
                  <a:pt x="239109" y="1375157"/>
                  <a:pt x="236228" y="1366535"/>
                </a:cubicBezTo>
                <a:cubicBezTo>
                  <a:pt x="211741" y="1307620"/>
                  <a:pt x="187254" y="1244395"/>
                  <a:pt x="161326" y="1179732"/>
                </a:cubicBezTo>
                <a:cubicBezTo>
                  <a:pt x="157005" y="1171111"/>
                  <a:pt x="151243" y="1162489"/>
                  <a:pt x="148363" y="1155304"/>
                </a:cubicBezTo>
                <a:cubicBezTo>
                  <a:pt x="146922" y="1149556"/>
                  <a:pt x="148363" y="1140935"/>
                  <a:pt x="146922" y="1135187"/>
                </a:cubicBezTo>
                <a:cubicBezTo>
                  <a:pt x="133958" y="1094952"/>
                  <a:pt x="118114" y="1048970"/>
                  <a:pt x="105150" y="1004425"/>
                </a:cubicBezTo>
                <a:cubicBezTo>
                  <a:pt x="97948" y="981434"/>
                  <a:pt x="90746" y="957006"/>
                  <a:pt x="83544" y="934015"/>
                </a:cubicBezTo>
                <a:cubicBezTo>
                  <a:pt x="79223" y="921082"/>
                  <a:pt x="73461" y="908150"/>
                  <a:pt x="70580" y="895217"/>
                </a:cubicBezTo>
                <a:cubicBezTo>
                  <a:pt x="67699" y="880848"/>
                  <a:pt x="69140" y="866478"/>
                  <a:pt x="66259" y="850672"/>
                </a:cubicBezTo>
                <a:cubicBezTo>
                  <a:pt x="57617" y="803253"/>
                  <a:pt x="41772" y="755833"/>
                  <a:pt x="33130" y="705540"/>
                </a:cubicBezTo>
                <a:cubicBezTo>
                  <a:pt x="28808" y="679675"/>
                  <a:pt x="25927" y="653810"/>
                  <a:pt x="23047" y="625071"/>
                </a:cubicBezTo>
                <a:cubicBezTo>
                  <a:pt x="15845" y="580526"/>
                  <a:pt x="11523" y="537418"/>
                  <a:pt x="10083" y="492872"/>
                </a:cubicBezTo>
                <a:cubicBezTo>
                  <a:pt x="8642" y="465570"/>
                  <a:pt x="0" y="438268"/>
                  <a:pt x="5762" y="413840"/>
                </a:cubicBezTo>
                <a:cubicBezTo>
                  <a:pt x="60497" y="390849"/>
                  <a:pt x="119554" y="354926"/>
                  <a:pt x="188694" y="336245"/>
                </a:cubicBezTo>
                <a:cubicBezTo>
                  <a:pt x="201658" y="327624"/>
                  <a:pt x="221824" y="319002"/>
                  <a:pt x="236228" y="317565"/>
                </a:cubicBezTo>
                <a:cubicBezTo>
                  <a:pt x="279440" y="294574"/>
                  <a:pt x="332735" y="281641"/>
                  <a:pt x="384590" y="267272"/>
                </a:cubicBezTo>
                <a:cubicBezTo>
                  <a:pt x="432124" y="255776"/>
                  <a:pt x="481098" y="231348"/>
                  <a:pt x="522870" y="228474"/>
                </a:cubicBezTo>
                <a:cubicBezTo>
                  <a:pt x="534393" y="221290"/>
                  <a:pt x="550238" y="216979"/>
                  <a:pt x="566082" y="214105"/>
                </a:cubicBezTo>
                <a:cubicBezTo>
                  <a:pt x="558880" y="185366"/>
                  <a:pt x="534393" y="145131"/>
                  <a:pt x="531512" y="113519"/>
                </a:cubicBezTo>
                <a:cubicBezTo>
                  <a:pt x="528632" y="77595"/>
                  <a:pt x="550238" y="53167"/>
                  <a:pt x="567523" y="24428"/>
                </a:cubicBezTo>
                <a:cubicBezTo>
                  <a:pt x="587689" y="22991"/>
                  <a:pt x="607854" y="5748"/>
                  <a:pt x="632341" y="2874"/>
                </a:cubicBezTo>
                <a:cubicBezTo>
                  <a:pt x="662590" y="0"/>
                  <a:pt x="682756" y="10059"/>
                  <a:pt x="710124" y="20117"/>
                </a:cubicBezTo>
                <a:cubicBezTo>
                  <a:pt x="718766" y="37361"/>
                  <a:pt x="736051" y="47419"/>
                  <a:pt x="747574" y="63226"/>
                </a:cubicBezTo>
                <a:cubicBezTo>
                  <a:pt x="763419" y="89091"/>
                  <a:pt x="767740" y="123577"/>
                  <a:pt x="786466" y="149442"/>
                </a:cubicBezTo>
                <a:close/>
                <a:moveTo>
                  <a:pt x="695720" y="364984"/>
                </a:moveTo>
                <a:cubicBezTo>
                  <a:pt x="685637" y="346304"/>
                  <a:pt x="675554" y="321876"/>
                  <a:pt x="666911" y="300322"/>
                </a:cubicBezTo>
                <a:cubicBezTo>
                  <a:pt x="652507" y="267272"/>
                  <a:pt x="640984" y="232785"/>
                  <a:pt x="643865" y="196862"/>
                </a:cubicBezTo>
                <a:cubicBezTo>
                  <a:pt x="655388" y="178181"/>
                  <a:pt x="675554" y="173870"/>
                  <a:pt x="702922" y="179618"/>
                </a:cubicBezTo>
                <a:cubicBezTo>
                  <a:pt x="733170" y="221290"/>
                  <a:pt x="767740" y="303196"/>
                  <a:pt x="787906" y="362110"/>
                </a:cubicBezTo>
                <a:cubicBezTo>
                  <a:pt x="803751" y="405219"/>
                  <a:pt x="839761" y="479940"/>
                  <a:pt x="809512" y="512990"/>
                </a:cubicBezTo>
                <a:cubicBezTo>
                  <a:pt x="806631" y="515863"/>
                  <a:pt x="787906" y="533107"/>
                  <a:pt x="777823" y="534544"/>
                </a:cubicBezTo>
                <a:cubicBezTo>
                  <a:pt x="766300" y="535981"/>
                  <a:pt x="740372" y="531670"/>
                  <a:pt x="733170" y="525922"/>
                </a:cubicBezTo>
                <a:cubicBezTo>
                  <a:pt x="724528" y="520174"/>
                  <a:pt x="724528" y="507242"/>
                  <a:pt x="717326" y="501494"/>
                </a:cubicBezTo>
                <a:cubicBezTo>
                  <a:pt x="658269" y="372169"/>
                  <a:pt x="593450" y="258650"/>
                  <a:pt x="571844" y="91965"/>
                </a:cubicBezTo>
                <a:cubicBezTo>
                  <a:pt x="583367" y="70410"/>
                  <a:pt x="604974" y="58915"/>
                  <a:pt x="626580" y="47419"/>
                </a:cubicBezTo>
                <a:cubicBezTo>
                  <a:pt x="653948" y="44545"/>
                  <a:pt x="676994" y="56041"/>
                  <a:pt x="698600" y="63226"/>
                </a:cubicBezTo>
                <a:cubicBezTo>
                  <a:pt x="711564" y="83343"/>
                  <a:pt x="728849" y="99149"/>
                  <a:pt x="740372" y="120703"/>
                </a:cubicBezTo>
                <a:cubicBezTo>
                  <a:pt x="747574" y="135073"/>
                  <a:pt x="749015" y="153753"/>
                  <a:pt x="761979" y="163812"/>
                </a:cubicBezTo>
                <a:cubicBezTo>
                  <a:pt x="763419" y="158064"/>
                  <a:pt x="766300" y="163812"/>
                  <a:pt x="769181" y="160938"/>
                </a:cubicBezTo>
                <a:cubicBezTo>
                  <a:pt x="761979" y="119266"/>
                  <a:pt x="741813" y="91965"/>
                  <a:pt x="721647" y="56041"/>
                </a:cubicBezTo>
                <a:cubicBezTo>
                  <a:pt x="713005" y="51730"/>
                  <a:pt x="704362" y="44545"/>
                  <a:pt x="698600" y="34487"/>
                </a:cubicBezTo>
                <a:cubicBezTo>
                  <a:pt x="684196" y="28739"/>
                  <a:pt x="662590" y="17243"/>
                  <a:pt x="638103" y="20117"/>
                </a:cubicBezTo>
                <a:cubicBezTo>
                  <a:pt x="619378" y="22991"/>
                  <a:pt x="597772" y="33050"/>
                  <a:pt x="576165" y="40234"/>
                </a:cubicBezTo>
                <a:cubicBezTo>
                  <a:pt x="557440" y="57478"/>
                  <a:pt x="543036" y="84780"/>
                  <a:pt x="550238" y="117830"/>
                </a:cubicBezTo>
                <a:cubicBezTo>
                  <a:pt x="563202" y="146568"/>
                  <a:pt x="568963" y="182492"/>
                  <a:pt x="581927" y="212668"/>
                </a:cubicBezTo>
                <a:cubicBezTo>
                  <a:pt x="586248" y="244281"/>
                  <a:pt x="599212" y="262961"/>
                  <a:pt x="600652" y="288826"/>
                </a:cubicBezTo>
                <a:cubicBezTo>
                  <a:pt x="622259" y="339119"/>
                  <a:pt x="633782" y="393723"/>
                  <a:pt x="655388" y="441142"/>
                </a:cubicBezTo>
                <a:cubicBezTo>
                  <a:pt x="672673" y="479940"/>
                  <a:pt x="698600" y="524485"/>
                  <a:pt x="727409" y="548913"/>
                </a:cubicBezTo>
                <a:cubicBezTo>
                  <a:pt x="740372" y="548913"/>
                  <a:pt x="749015" y="556098"/>
                  <a:pt x="763419" y="557535"/>
                </a:cubicBezTo>
                <a:cubicBezTo>
                  <a:pt x="774942" y="551787"/>
                  <a:pt x="797989" y="553224"/>
                  <a:pt x="808072" y="550350"/>
                </a:cubicBezTo>
                <a:cubicBezTo>
                  <a:pt x="809512" y="543165"/>
                  <a:pt x="819595" y="540292"/>
                  <a:pt x="828238" y="535981"/>
                </a:cubicBezTo>
                <a:cubicBezTo>
                  <a:pt x="852725" y="504368"/>
                  <a:pt x="839761" y="461260"/>
                  <a:pt x="829678" y="421025"/>
                </a:cubicBezTo>
                <a:cubicBezTo>
                  <a:pt x="826797" y="409529"/>
                  <a:pt x="828238" y="399471"/>
                  <a:pt x="823916" y="389412"/>
                </a:cubicBezTo>
                <a:cubicBezTo>
                  <a:pt x="809512" y="344867"/>
                  <a:pt x="786466" y="294574"/>
                  <a:pt x="772062" y="260087"/>
                </a:cubicBezTo>
                <a:cubicBezTo>
                  <a:pt x="761979" y="234222"/>
                  <a:pt x="749015" y="209794"/>
                  <a:pt x="736051" y="189677"/>
                </a:cubicBezTo>
                <a:cubicBezTo>
                  <a:pt x="731730" y="179618"/>
                  <a:pt x="725968" y="168123"/>
                  <a:pt x="721647" y="163812"/>
                </a:cubicBezTo>
                <a:cubicBezTo>
                  <a:pt x="694279" y="133636"/>
                  <a:pt x="648186" y="155190"/>
                  <a:pt x="625139" y="179618"/>
                </a:cubicBezTo>
                <a:cubicBezTo>
                  <a:pt x="612176" y="229911"/>
                  <a:pt x="633782" y="273020"/>
                  <a:pt x="651067" y="316128"/>
                </a:cubicBezTo>
                <a:cubicBezTo>
                  <a:pt x="656828" y="333371"/>
                  <a:pt x="666911" y="352052"/>
                  <a:pt x="676994" y="367858"/>
                </a:cubicBezTo>
                <a:cubicBezTo>
                  <a:pt x="687077" y="383664"/>
                  <a:pt x="694279" y="409529"/>
                  <a:pt x="711564" y="406656"/>
                </a:cubicBezTo>
                <a:cubicBezTo>
                  <a:pt x="717326" y="393723"/>
                  <a:pt x="702922" y="379354"/>
                  <a:pt x="695720" y="364984"/>
                </a:cubicBezTo>
                <a:close/>
                <a:moveTo>
                  <a:pt x="721647" y="119266"/>
                </a:moveTo>
                <a:cubicBezTo>
                  <a:pt x="714445" y="104897"/>
                  <a:pt x="698600" y="83343"/>
                  <a:pt x="688518" y="76158"/>
                </a:cubicBezTo>
                <a:cubicBezTo>
                  <a:pt x="674113" y="67536"/>
                  <a:pt x="645305" y="58915"/>
                  <a:pt x="630901" y="63226"/>
                </a:cubicBezTo>
                <a:cubicBezTo>
                  <a:pt x="622259" y="66099"/>
                  <a:pt x="616497" y="76158"/>
                  <a:pt x="609295" y="80469"/>
                </a:cubicBezTo>
                <a:cubicBezTo>
                  <a:pt x="600652" y="84780"/>
                  <a:pt x="589129" y="86217"/>
                  <a:pt x="586248" y="97712"/>
                </a:cubicBezTo>
                <a:cubicBezTo>
                  <a:pt x="583367" y="107771"/>
                  <a:pt x="586248" y="126451"/>
                  <a:pt x="587689" y="135073"/>
                </a:cubicBezTo>
                <a:cubicBezTo>
                  <a:pt x="592010" y="159501"/>
                  <a:pt x="603533" y="185366"/>
                  <a:pt x="610735" y="205483"/>
                </a:cubicBezTo>
                <a:cubicBezTo>
                  <a:pt x="607854" y="162375"/>
                  <a:pt x="649626" y="137947"/>
                  <a:pt x="684196" y="136510"/>
                </a:cubicBezTo>
                <a:cubicBezTo>
                  <a:pt x="708683" y="136510"/>
                  <a:pt x="723087" y="153753"/>
                  <a:pt x="738932" y="163812"/>
                </a:cubicBezTo>
                <a:cubicBezTo>
                  <a:pt x="731730" y="145131"/>
                  <a:pt x="733170" y="136510"/>
                  <a:pt x="721647" y="119266"/>
                </a:cubicBezTo>
                <a:close/>
                <a:moveTo>
                  <a:pt x="1042859" y="119266"/>
                </a:moveTo>
                <a:cubicBezTo>
                  <a:pt x="1025574" y="127888"/>
                  <a:pt x="1001087" y="123577"/>
                  <a:pt x="978041" y="126451"/>
                </a:cubicBezTo>
                <a:cubicBezTo>
                  <a:pt x="956434" y="129325"/>
                  <a:pt x="934828" y="139384"/>
                  <a:pt x="917543" y="140821"/>
                </a:cubicBezTo>
                <a:cubicBezTo>
                  <a:pt x="907460" y="142258"/>
                  <a:pt x="898818" y="139384"/>
                  <a:pt x="888735" y="140821"/>
                </a:cubicBezTo>
                <a:cubicBezTo>
                  <a:pt x="839761" y="149442"/>
                  <a:pt x="797989" y="169560"/>
                  <a:pt x="749015" y="182492"/>
                </a:cubicBezTo>
                <a:cubicBezTo>
                  <a:pt x="773502" y="215542"/>
                  <a:pt x="793668" y="275894"/>
                  <a:pt x="815274" y="323313"/>
                </a:cubicBezTo>
                <a:cubicBezTo>
                  <a:pt x="832559" y="395160"/>
                  <a:pt x="877212" y="479940"/>
                  <a:pt x="849844" y="547476"/>
                </a:cubicBezTo>
                <a:cubicBezTo>
                  <a:pt x="828238" y="564720"/>
                  <a:pt x="795108" y="564720"/>
                  <a:pt x="764859" y="576215"/>
                </a:cubicBezTo>
                <a:cubicBezTo>
                  <a:pt x="760538" y="573341"/>
                  <a:pt x="753336" y="571904"/>
                  <a:pt x="749015" y="569030"/>
                </a:cubicBezTo>
                <a:cubicBezTo>
                  <a:pt x="710124" y="567593"/>
                  <a:pt x="689958" y="534544"/>
                  <a:pt x="675554" y="507242"/>
                </a:cubicBezTo>
                <a:cubicBezTo>
                  <a:pt x="630901" y="426773"/>
                  <a:pt x="594891" y="314691"/>
                  <a:pt x="571844" y="228474"/>
                </a:cubicBezTo>
                <a:cubicBezTo>
                  <a:pt x="553119" y="231348"/>
                  <a:pt x="535834" y="238533"/>
                  <a:pt x="521430" y="242844"/>
                </a:cubicBezTo>
                <a:cubicBezTo>
                  <a:pt x="495502" y="250029"/>
                  <a:pt x="479658" y="255776"/>
                  <a:pt x="460932" y="260087"/>
                </a:cubicBezTo>
                <a:cubicBezTo>
                  <a:pt x="443647" y="264398"/>
                  <a:pt x="427803" y="271583"/>
                  <a:pt x="411958" y="277330"/>
                </a:cubicBezTo>
                <a:cubicBezTo>
                  <a:pt x="380269" y="287389"/>
                  <a:pt x="347140" y="291700"/>
                  <a:pt x="315451" y="301759"/>
                </a:cubicBezTo>
                <a:cubicBezTo>
                  <a:pt x="295285" y="307506"/>
                  <a:pt x="276559" y="319002"/>
                  <a:pt x="257834" y="326187"/>
                </a:cubicBezTo>
                <a:cubicBezTo>
                  <a:pt x="205979" y="346304"/>
                  <a:pt x="154124" y="360673"/>
                  <a:pt x="103710" y="387975"/>
                </a:cubicBezTo>
                <a:cubicBezTo>
                  <a:pt x="74901" y="389412"/>
                  <a:pt x="53295" y="415277"/>
                  <a:pt x="23047" y="421025"/>
                </a:cubicBezTo>
                <a:cubicBezTo>
                  <a:pt x="21606" y="502931"/>
                  <a:pt x="28808" y="586274"/>
                  <a:pt x="44653" y="678238"/>
                </a:cubicBezTo>
                <a:cubicBezTo>
                  <a:pt x="50414" y="712725"/>
                  <a:pt x="66259" y="745775"/>
                  <a:pt x="70580" y="783135"/>
                </a:cubicBezTo>
                <a:cubicBezTo>
                  <a:pt x="77782" y="837739"/>
                  <a:pt x="87865" y="890906"/>
                  <a:pt x="103710" y="944073"/>
                </a:cubicBezTo>
                <a:cubicBezTo>
                  <a:pt x="119554" y="998677"/>
                  <a:pt x="129637" y="1054718"/>
                  <a:pt x="146922" y="1105011"/>
                </a:cubicBezTo>
                <a:cubicBezTo>
                  <a:pt x="159886" y="1146683"/>
                  <a:pt x="177171" y="1188354"/>
                  <a:pt x="193015" y="1225715"/>
                </a:cubicBezTo>
                <a:cubicBezTo>
                  <a:pt x="207420" y="1260201"/>
                  <a:pt x="220383" y="1290377"/>
                  <a:pt x="231907" y="1321990"/>
                </a:cubicBezTo>
                <a:cubicBezTo>
                  <a:pt x="253513" y="1379468"/>
                  <a:pt x="276559" y="1436946"/>
                  <a:pt x="305368" y="1484365"/>
                </a:cubicBezTo>
                <a:cubicBezTo>
                  <a:pt x="386031" y="1413954"/>
                  <a:pt x="494062" y="1378031"/>
                  <a:pt x="589129" y="1336359"/>
                </a:cubicBezTo>
                <a:cubicBezTo>
                  <a:pt x="691398" y="1291814"/>
                  <a:pt x="812393" y="1277445"/>
                  <a:pt x="924745" y="1250143"/>
                </a:cubicBezTo>
                <a:cubicBezTo>
                  <a:pt x="976600" y="1237210"/>
                  <a:pt x="1015491" y="1224278"/>
                  <a:pt x="1058704" y="1211345"/>
                </a:cubicBezTo>
                <a:cubicBezTo>
                  <a:pt x="1104797" y="1196976"/>
                  <a:pt x="1152331" y="1186917"/>
                  <a:pt x="1195543" y="1169674"/>
                </a:cubicBezTo>
                <a:cubicBezTo>
                  <a:pt x="1238755" y="1153867"/>
                  <a:pt x="1277647" y="1132313"/>
                  <a:pt x="1319419" y="1120817"/>
                </a:cubicBezTo>
                <a:cubicBezTo>
                  <a:pt x="1335263" y="1103574"/>
                  <a:pt x="1369833" y="1097826"/>
                  <a:pt x="1389999" y="1087768"/>
                </a:cubicBezTo>
                <a:cubicBezTo>
                  <a:pt x="1382797" y="1056155"/>
                  <a:pt x="1359750" y="1036038"/>
                  <a:pt x="1343906" y="1008736"/>
                </a:cubicBezTo>
                <a:cubicBezTo>
                  <a:pt x="1326621" y="974249"/>
                  <a:pt x="1306455" y="944073"/>
                  <a:pt x="1292051" y="912460"/>
                </a:cubicBezTo>
                <a:cubicBezTo>
                  <a:pt x="1260362" y="839176"/>
                  <a:pt x="1230113" y="768766"/>
                  <a:pt x="1207066" y="694045"/>
                </a:cubicBezTo>
                <a:cubicBezTo>
                  <a:pt x="1195543" y="659558"/>
                  <a:pt x="1181139" y="626508"/>
                  <a:pt x="1172496" y="592022"/>
                </a:cubicBezTo>
                <a:cubicBezTo>
                  <a:pt x="1162414" y="553224"/>
                  <a:pt x="1158092" y="511553"/>
                  <a:pt x="1150890" y="469881"/>
                </a:cubicBezTo>
                <a:cubicBezTo>
                  <a:pt x="1145129" y="432521"/>
                  <a:pt x="1135046" y="393723"/>
                  <a:pt x="1127844" y="353489"/>
                </a:cubicBezTo>
                <a:cubicBezTo>
                  <a:pt x="1111999" y="271583"/>
                  <a:pt x="1123522" y="191114"/>
                  <a:pt x="1097595" y="113519"/>
                </a:cubicBezTo>
                <a:cubicBezTo>
                  <a:pt x="1096154" y="113519"/>
                  <a:pt x="1094714" y="113519"/>
                  <a:pt x="1093274" y="113519"/>
                </a:cubicBezTo>
                <a:cubicBezTo>
                  <a:pt x="1067346" y="116393"/>
                  <a:pt x="1063025" y="123577"/>
                  <a:pt x="1042859" y="119266"/>
                </a:cubicBezTo>
                <a:close/>
                <a:moveTo>
                  <a:pt x="759098" y="520174"/>
                </a:moveTo>
                <a:cubicBezTo>
                  <a:pt x="769181" y="521611"/>
                  <a:pt x="787906" y="512990"/>
                  <a:pt x="786466" y="508679"/>
                </a:cubicBezTo>
                <a:cubicBezTo>
                  <a:pt x="803751" y="498620"/>
                  <a:pt x="806631" y="472755"/>
                  <a:pt x="805191" y="452638"/>
                </a:cubicBezTo>
                <a:cubicBezTo>
                  <a:pt x="767740" y="364984"/>
                  <a:pt x="744694" y="265835"/>
                  <a:pt x="692839" y="196862"/>
                </a:cubicBezTo>
                <a:cubicBezTo>
                  <a:pt x="675554" y="193988"/>
                  <a:pt x="665471" y="191114"/>
                  <a:pt x="659709" y="201172"/>
                </a:cubicBezTo>
                <a:cubicBezTo>
                  <a:pt x="665471" y="201172"/>
                  <a:pt x="659709" y="202609"/>
                  <a:pt x="659709" y="202609"/>
                </a:cubicBezTo>
                <a:cubicBezTo>
                  <a:pt x="652507" y="251465"/>
                  <a:pt x="678435" y="277330"/>
                  <a:pt x="689958" y="314691"/>
                </a:cubicBezTo>
                <a:cubicBezTo>
                  <a:pt x="694279" y="329061"/>
                  <a:pt x="698600" y="333371"/>
                  <a:pt x="702922" y="344867"/>
                </a:cubicBezTo>
                <a:cubicBezTo>
                  <a:pt x="704362" y="349178"/>
                  <a:pt x="704362" y="354926"/>
                  <a:pt x="705803" y="359236"/>
                </a:cubicBezTo>
                <a:cubicBezTo>
                  <a:pt x="717326" y="382228"/>
                  <a:pt x="750455" y="400908"/>
                  <a:pt x="724528" y="423899"/>
                </a:cubicBezTo>
                <a:cubicBezTo>
                  <a:pt x="717326" y="421025"/>
                  <a:pt x="705803" y="426773"/>
                  <a:pt x="697160" y="428210"/>
                </a:cubicBezTo>
                <a:cubicBezTo>
                  <a:pt x="714445" y="452638"/>
                  <a:pt x="727409" y="515863"/>
                  <a:pt x="759098" y="520174"/>
                </a:cubicBezTo>
                <a:close/>
              </a:path>
            </a:pathLst>
          </a:custGeom>
          <a:solidFill>
            <a:srgbClr val="4874CB"/>
          </a:solidFill>
        </p:spPr>
      </p:sp>
      <p:sp>
        <p:nvSpPr>
          <p:cNvPr id="8" name="Text 5"/>
          <p:cNvSpPr/>
          <p:nvPr/>
        </p:nvSpPr>
        <p:spPr>
          <a:xfrm rot="360000">
            <a:off x="1051560" y="4418330"/>
            <a:ext cx="1411605" cy="150304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360000">
            <a:off x="6797040" y="2782570"/>
            <a:ext cx="1411605" cy="1503045"/>
          </a:xfrm>
          <a:custGeom>
            <a:avLst/>
            <a:gdLst/>
            <a:ahLst/>
            <a:cxnLst/>
            <a:rect l="l" t="t" r="r" b="b"/>
            <a:pathLst>
              <a:path w="1411605" h="1503045">
                <a:moveTo>
                  <a:pt x="786466" y="149442"/>
                </a:moveTo>
                <a:cubicBezTo>
                  <a:pt x="823916" y="142258"/>
                  <a:pt x="867129" y="127888"/>
                  <a:pt x="908901" y="117830"/>
                </a:cubicBezTo>
                <a:cubicBezTo>
                  <a:pt x="920424" y="114956"/>
                  <a:pt x="933388" y="116393"/>
                  <a:pt x="944911" y="114956"/>
                </a:cubicBezTo>
                <a:cubicBezTo>
                  <a:pt x="949232" y="114956"/>
                  <a:pt x="953554" y="110645"/>
                  <a:pt x="959315" y="110645"/>
                </a:cubicBezTo>
                <a:cubicBezTo>
                  <a:pt x="970839" y="107771"/>
                  <a:pt x="983802" y="112082"/>
                  <a:pt x="995326" y="110645"/>
                </a:cubicBezTo>
                <a:cubicBezTo>
                  <a:pt x="1011170" y="107771"/>
                  <a:pt x="1032776" y="99149"/>
                  <a:pt x="1050061" y="96275"/>
                </a:cubicBezTo>
                <a:cubicBezTo>
                  <a:pt x="1071667" y="91965"/>
                  <a:pt x="1093274" y="94838"/>
                  <a:pt x="1114880" y="99149"/>
                </a:cubicBezTo>
                <a:cubicBezTo>
                  <a:pt x="1122082" y="140821"/>
                  <a:pt x="1137926" y="208357"/>
                  <a:pt x="1130724" y="241407"/>
                </a:cubicBezTo>
                <a:cubicBezTo>
                  <a:pt x="1137926" y="290263"/>
                  <a:pt x="1135046" y="337682"/>
                  <a:pt x="1149450" y="373606"/>
                </a:cubicBezTo>
                <a:cubicBezTo>
                  <a:pt x="1156652" y="426773"/>
                  <a:pt x="1166735" y="484251"/>
                  <a:pt x="1175377" y="537418"/>
                </a:cubicBezTo>
                <a:cubicBezTo>
                  <a:pt x="1185460" y="593458"/>
                  <a:pt x="1205626" y="642315"/>
                  <a:pt x="1222911" y="689734"/>
                </a:cubicBezTo>
                <a:cubicBezTo>
                  <a:pt x="1244517" y="750086"/>
                  <a:pt x="1263242" y="809000"/>
                  <a:pt x="1289170" y="863604"/>
                </a:cubicBezTo>
                <a:cubicBezTo>
                  <a:pt x="1323740" y="934015"/>
                  <a:pt x="1371273" y="998677"/>
                  <a:pt x="1401522" y="1073398"/>
                </a:cubicBezTo>
                <a:cubicBezTo>
                  <a:pt x="1410165" y="1080583"/>
                  <a:pt x="1415926" y="1090642"/>
                  <a:pt x="1411605" y="1099263"/>
                </a:cubicBezTo>
                <a:cubicBezTo>
                  <a:pt x="1408724" y="1106448"/>
                  <a:pt x="1398641" y="1106448"/>
                  <a:pt x="1389999" y="1110759"/>
                </a:cubicBezTo>
                <a:cubicBezTo>
                  <a:pt x="1377035" y="1116507"/>
                  <a:pt x="1361191" y="1128002"/>
                  <a:pt x="1342465" y="1133750"/>
                </a:cubicBezTo>
                <a:cubicBezTo>
                  <a:pt x="1307895" y="1145246"/>
                  <a:pt x="1271885" y="1161052"/>
                  <a:pt x="1245957" y="1175421"/>
                </a:cubicBezTo>
                <a:cubicBezTo>
                  <a:pt x="1232994" y="1182606"/>
                  <a:pt x="1208507" y="1185480"/>
                  <a:pt x="1196983" y="1196976"/>
                </a:cubicBezTo>
                <a:cubicBezTo>
                  <a:pt x="1136486" y="1204160"/>
                  <a:pt x="1050061" y="1235773"/>
                  <a:pt x="980921" y="1251580"/>
                </a:cubicBezTo>
                <a:cubicBezTo>
                  <a:pt x="975160" y="1251580"/>
                  <a:pt x="976600" y="1257327"/>
                  <a:pt x="973719" y="1258764"/>
                </a:cubicBezTo>
                <a:cubicBezTo>
                  <a:pt x="953554" y="1255890"/>
                  <a:pt x="933388" y="1264512"/>
                  <a:pt x="911782" y="1267386"/>
                </a:cubicBezTo>
                <a:cubicBezTo>
                  <a:pt x="815274" y="1284629"/>
                  <a:pt x="714445" y="1296125"/>
                  <a:pt x="623699" y="1336359"/>
                </a:cubicBezTo>
                <a:cubicBezTo>
                  <a:pt x="561761" y="1363661"/>
                  <a:pt x="496943" y="1383779"/>
                  <a:pt x="442207" y="1411080"/>
                </a:cubicBezTo>
                <a:cubicBezTo>
                  <a:pt x="387471" y="1438382"/>
                  <a:pt x="342818" y="1475743"/>
                  <a:pt x="296725" y="1503045"/>
                </a:cubicBezTo>
                <a:cubicBezTo>
                  <a:pt x="286642" y="1490112"/>
                  <a:pt x="282321" y="1472869"/>
                  <a:pt x="275119" y="1457063"/>
                </a:cubicBezTo>
                <a:cubicBezTo>
                  <a:pt x="266476" y="1438382"/>
                  <a:pt x="254953" y="1416828"/>
                  <a:pt x="244870" y="1395274"/>
                </a:cubicBezTo>
                <a:cubicBezTo>
                  <a:pt x="240549" y="1386652"/>
                  <a:pt x="239109" y="1375157"/>
                  <a:pt x="236228" y="1366535"/>
                </a:cubicBezTo>
                <a:cubicBezTo>
                  <a:pt x="211741" y="1307620"/>
                  <a:pt x="187254" y="1244395"/>
                  <a:pt x="161326" y="1179732"/>
                </a:cubicBezTo>
                <a:cubicBezTo>
                  <a:pt x="157005" y="1171111"/>
                  <a:pt x="151243" y="1162489"/>
                  <a:pt x="148363" y="1155304"/>
                </a:cubicBezTo>
                <a:cubicBezTo>
                  <a:pt x="146922" y="1149556"/>
                  <a:pt x="148363" y="1140935"/>
                  <a:pt x="146922" y="1135187"/>
                </a:cubicBezTo>
                <a:cubicBezTo>
                  <a:pt x="133958" y="1094952"/>
                  <a:pt x="118114" y="1048970"/>
                  <a:pt x="105150" y="1004425"/>
                </a:cubicBezTo>
                <a:cubicBezTo>
                  <a:pt x="97948" y="981434"/>
                  <a:pt x="90746" y="957006"/>
                  <a:pt x="83544" y="934015"/>
                </a:cubicBezTo>
                <a:cubicBezTo>
                  <a:pt x="79223" y="921082"/>
                  <a:pt x="73461" y="908150"/>
                  <a:pt x="70580" y="895217"/>
                </a:cubicBezTo>
                <a:cubicBezTo>
                  <a:pt x="67699" y="880848"/>
                  <a:pt x="69140" y="866478"/>
                  <a:pt x="66259" y="850672"/>
                </a:cubicBezTo>
                <a:cubicBezTo>
                  <a:pt x="57617" y="803253"/>
                  <a:pt x="41772" y="755833"/>
                  <a:pt x="33130" y="705540"/>
                </a:cubicBezTo>
                <a:cubicBezTo>
                  <a:pt x="28808" y="679675"/>
                  <a:pt x="25927" y="653810"/>
                  <a:pt x="23047" y="625071"/>
                </a:cubicBezTo>
                <a:cubicBezTo>
                  <a:pt x="15845" y="580526"/>
                  <a:pt x="11523" y="537418"/>
                  <a:pt x="10083" y="492872"/>
                </a:cubicBezTo>
                <a:cubicBezTo>
                  <a:pt x="8642" y="465570"/>
                  <a:pt x="0" y="438268"/>
                  <a:pt x="5762" y="413840"/>
                </a:cubicBezTo>
                <a:cubicBezTo>
                  <a:pt x="60497" y="390849"/>
                  <a:pt x="119554" y="354926"/>
                  <a:pt x="188694" y="336245"/>
                </a:cubicBezTo>
                <a:cubicBezTo>
                  <a:pt x="201658" y="327624"/>
                  <a:pt x="221824" y="319002"/>
                  <a:pt x="236228" y="317565"/>
                </a:cubicBezTo>
                <a:cubicBezTo>
                  <a:pt x="279440" y="294574"/>
                  <a:pt x="332735" y="281641"/>
                  <a:pt x="384590" y="267272"/>
                </a:cubicBezTo>
                <a:cubicBezTo>
                  <a:pt x="432124" y="255776"/>
                  <a:pt x="481098" y="231348"/>
                  <a:pt x="522870" y="228474"/>
                </a:cubicBezTo>
                <a:cubicBezTo>
                  <a:pt x="534393" y="221290"/>
                  <a:pt x="550238" y="216979"/>
                  <a:pt x="566082" y="214105"/>
                </a:cubicBezTo>
                <a:cubicBezTo>
                  <a:pt x="558880" y="185366"/>
                  <a:pt x="534393" y="145131"/>
                  <a:pt x="531512" y="113519"/>
                </a:cubicBezTo>
                <a:cubicBezTo>
                  <a:pt x="528632" y="77595"/>
                  <a:pt x="550238" y="53167"/>
                  <a:pt x="567523" y="24428"/>
                </a:cubicBezTo>
                <a:cubicBezTo>
                  <a:pt x="587689" y="22991"/>
                  <a:pt x="607854" y="5748"/>
                  <a:pt x="632341" y="2874"/>
                </a:cubicBezTo>
                <a:cubicBezTo>
                  <a:pt x="662590" y="0"/>
                  <a:pt x="682756" y="10059"/>
                  <a:pt x="710124" y="20117"/>
                </a:cubicBezTo>
                <a:cubicBezTo>
                  <a:pt x="718766" y="37361"/>
                  <a:pt x="736051" y="47419"/>
                  <a:pt x="747574" y="63226"/>
                </a:cubicBezTo>
                <a:cubicBezTo>
                  <a:pt x="763419" y="89091"/>
                  <a:pt x="767740" y="123577"/>
                  <a:pt x="786466" y="149442"/>
                </a:cubicBezTo>
                <a:close/>
                <a:moveTo>
                  <a:pt x="695720" y="364984"/>
                </a:moveTo>
                <a:cubicBezTo>
                  <a:pt x="685637" y="346304"/>
                  <a:pt x="675554" y="321876"/>
                  <a:pt x="666911" y="300322"/>
                </a:cubicBezTo>
                <a:cubicBezTo>
                  <a:pt x="652507" y="267272"/>
                  <a:pt x="640984" y="232785"/>
                  <a:pt x="643865" y="196862"/>
                </a:cubicBezTo>
                <a:cubicBezTo>
                  <a:pt x="655388" y="178181"/>
                  <a:pt x="675554" y="173870"/>
                  <a:pt x="702922" y="179618"/>
                </a:cubicBezTo>
                <a:cubicBezTo>
                  <a:pt x="733170" y="221290"/>
                  <a:pt x="767740" y="303196"/>
                  <a:pt x="787906" y="362110"/>
                </a:cubicBezTo>
                <a:cubicBezTo>
                  <a:pt x="803751" y="405219"/>
                  <a:pt x="839761" y="479940"/>
                  <a:pt x="809512" y="512990"/>
                </a:cubicBezTo>
                <a:cubicBezTo>
                  <a:pt x="806631" y="515863"/>
                  <a:pt x="787906" y="533107"/>
                  <a:pt x="777823" y="534544"/>
                </a:cubicBezTo>
                <a:cubicBezTo>
                  <a:pt x="766300" y="535981"/>
                  <a:pt x="740372" y="531670"/>
                  <a:pt x="733170" y="525922"/>
                </a:cubicBezTo>
                <a:cubicBezTo>
                  <a:pt x="724528" y="520174"/>
                  <a:pt x="724528" y="507242"/>
                  <a:pt x="717326" y="501494"/>
                </a:cubicBezTo>
                <a:cubicBezTo>
                  <a:pt x="658269" y="372169"/>
                  <a:pt x="593450" y="258650"/>
                  <a:pt x="571844" y="91965"/>
                </a:cubicBezTo>
                <a:cubicBezTo>
                  <a:pt x="583367" y="70410"/>
                  <a:pt x="604974" y="58915"/>
                  <a:pt x="626580" y="47419"/>
                </a:cubicBezTo>
                <a:cubicBezTo>
                  <a:pt x="653948" y="44545"/>
                  <a:pt x="676994" y="56041"/>
                  <a:pt x="698600" y="63226"/>
                </a:cubicBezTo>
                <a:cubicBezTo>
                  <a:pt x="711564" y="83343"/>
                  <a:pt x="728849" y="99149"/>
                  <a:pt x="740372" y="120703"/>
                </a:cubicBezTo>
                <a:cubicBezTo>
                  <a:pt x="747574" y="135073"/>
                  <a:pt x="749015" y="153753"/>
                  <a:pt x="761979" y="163812"/>
                </a:cubicBezTo>
                <a:cubicBezTo>
                  <a:pt x="763419" y="158064"/>
                  <a:pt x="766300" y="163812"/>
                  <a:pt x="769181" y="160938"/>
                </a:cubicBezTo>
                <a:cubicBezTo>
                  <a:pt x="761979" y="119266"/>
                  <a:pt x="741813" y="91965"/>
                  <a:pt x="721647" y="56041"/>
                </a:cubicBezTo>
                <a:cubicBezTo>
                  <a:pt x="713005" y="51730"/>
                  <a:pt x="704362" y="44545"/>
                  <a:pt x="698600" y="34487"/>
                </a:cubicBezTo>
                <a:cubicBezTo>
                  <a:pt x="684196" y="28739"/>
                  <a:pt x="662590" y="17243"/>
                  <a:pt x="638103" y="20117"/>
                </a:cubicBezTo>
                <a:cubicBezTo>
                  <a:pt x="619378" y="22991"/>
                  <a:pt x="597772" y="33050"/>
                  <a:pt x="576165" y="40234"/>
                </a:cubicBezTo>
                <a:cubicBezTo>
                  <a:pt x="557440" y="57478"/>
                  <a:pt x="543036" y="84780"/>
                  <a:pt x="550238" y="117830"/>
                </a:cubicBezTo>
                <a:cubicBezTo>
                  <a:pt x="563202" y="146568"/>
                  <a:pt x="568963" y="182492"/>
                  <a:pt x="581927" y="212668"/>
                </a:cubicBezTo>
                <a:cubicBezTo>
                  <a:pt x="586248" y="244281"/>
                  <a:pt x="599212" y="262961"/>
                  <a:pt x="600652" y="288826"/>
                </a:cubicBezTo>
                <a:cubicBezTo>
                  <a:pt x="622259" y="339119"/>
                  <a:pt x="633782" y="393723"/>
                  <a:pt x="655388" y="441142"/>
                </a:cubicBezTo>
                <a:cubicBezTo>
                  <a:pt x="672673" y="479940"/>
                  <a:pt x="698600" y="524485"/>
                  <a:pt x="727409" y="548913"/>
                </a:cubicBezTo>
                <a:cubicBezTo>
                  <a:pt x="740372" y="548913"/>
                  <a:pt x="749015" y="556098"/>
                  <a:pt x="763419" y="557535"/>
                </a:cubicBezTo>
                <a:cubicBezTo>
                  <a:pt x="774942" y="551787"/>
                  <a:pt x="797989" y="553224"/>
                  <a:pt x="808072" y="550350"/>
                </a:cubicBezTo>
                <a:cubicBezTo>
                  <a:pt x="809512" y="543165"/>
                  <a:pt x="819595" y="540292"/>
                  <a:pt x="828238" y="535981"/>
                </a:cubicBezTo>
                <a:cubicBezTo>
                  <a:pt x="852725" y="504368"/>
                  <a:pt x="839761" y="461260"/>
                  <a:pt x="829678" y="421025"/>
                </a:cubicBezTo>
                <a:cubicBezTo>
                  <a:pt x="826797" y="409529"/>
                  <a:pt x="828238" y="399471"/>
                  <a:pt x="823916" y="389412"/>
                </a:cubicBezTo>
                <a:cubicBezTo>
                  <a:pt x="809512" y="344867"/>
                  <a:pt x="786466" y="294574"/>
                  <a:pt x="772062" y="260087"/>
                </a:cubicBezTo>
                <a:cubicBezTo>
                  <a:pt x="761979" y="234222"/>
                  <a:pt x="749015" y="209794"/>
                  <a:pt x="736051" y="189677"/>
                </a:cubicBezTo>
                <a:cubicBezTo>
                  <a:pt x="731730" y="179618"/>
                  <a:pt x="725968" y="168123"/>
                  <a:pt x="721647" y="163812"/>
                </a:cubicBezTo>
                <a:cubicBezTo>
                  <a:pt x="694279" y="133636"/>
                  <a:pt x="648186" y="155190"/>
                  <a:pt x="625139" y="179618"/>
                </a:cubicBezTo>
                <a:cubicBezTo>
                  <a:pt x="612176" y="229911"/>
                  <a:pt x="633782" y="273020"/>
                  <a:pt x="651067" y="316128"/>
                </a:cubicBezTo>
                <a:cubicBezTo>
                  <a:pt x="656828" y="333371"/>
                  <a:pt x="666911" y="352052"/>
                  <a:pt x="676994" y="367858"/>
                </a:cubicBezTo>
                <a:cubicBezTo>
                  <a:pt x="687077" y="383664"/>
                  <a:pt x="694279" y="409529"/>
                  <a:pt x="711564" y="406656"/>
                </a:cubicBezTo>
                <a:cubicBezTo>
                  <a:pt x="717326" y="393723"/>
                  <a:pt x="702922" y="379354"/>
                  <a:pt x="695720" y="364984"/>
                </a:cubicBezTo>
                <a:close/>
                <a:moveTo>
                  <a:pt x="721647" y="119266"/>
                </a:moveTo>
                <a:cubicBezTo>
                  <a:pt x="714445" y="104897"/>
                  <a:pt x="698600" y="83343"/>
                  <a:pt x="688518" y="76158"/>
                </a:cubicBezTo>
                <a:cubicBezTo>
                  <a:pt x="674113" y="67536"/>
                  <a:pt x="645305" y="58915"/>
                  <a:pt x="630901" y="63226"/>
                </a:cubicBezTo>
                <a:cubicBezTo>
                  <a:pt x="622259" y="66099"/>
                  <a:pt x="616497" y="76158"/>
                  <a:pt x="609295" y="80469"/>
                </a:cubicBezTo>
                <a:cubicBezTo>
                  <a:pt x="600652" y="84780"/>
                  <a:pt x="589129" y="86217"/>
                  <a:pt x="586248" y="97712"/>
                </a:cubicBezTo>
                <a:cubicBezTo>
                  <a:pt x="583367" y="107771"/>
                  <a:pt x="586248" y="126451"/>
                  <a:pt x="587689" y="135073"/>
                </a:cubicBezTo>
                <a:cubicBezTo>
                  <a:pt x="592010" y="159501"/>
                  <a:pt x="603533" y="185366"/>
                  <a:pt x="610735" y="205483"/>
                </a:cubicBezTo>
                <a:cubicBezTo>
                  <a:pt x="607854" y="162375"/>
                  <a:pt x="649626" y="137947"/>
                  <a:pt x="684196" y="136510"/>
                </a:cubicBezTo>
                <a:cubicBezTo>
                  <a:pt x="708683" y="136510"/>
                  <a:pt x="723087" y="153753"/>
                  <a:pt x="738932" y="163812"/>
                </a:cubicBezTo>
                <a:cubicBezTo>
                  <a:pt x="731730" y="145131"/>
                  <a:pt x="733170" y="136510"/>
                  <a:pt x="721647" y="119266"/>
                </a:cubicBezTo>
                <a:close/>
                <a:moveTo>
                  <a:pt x="1042859" y="119266"/>
                </a:moveTo>
                <a:cubicBezTo>
                  <a:pt x="1025574" y="127888"/>
                  <a:pt x="1001087" y="123577"/>
                  <a:pt x="978041" y="126451"/>
                </a:cubicBezTo>
                <a:cubicBezTo>
                  <a:pt x="956434" y="129325"/>
                  <a:pt x="934828" y="139384"/>
                  <a:pt x="917543" y="140821"/>
                </a:cubicBezTo>
                <a:cubicBezTo>
                  <a:pt x="907460" y="142258"/>
                  <a:pt x="898818" y="139384"/>
                  <a:pt x="888735" y="140821"/>
                </a:cubicBezTo>
                <a:cubicBezTo>
                  <a:pt x="839761" y="149442"/>
                  <a:pt x="797989" y="169560"/>
                  <a:pt x="749015" y="182492"/>
                </a:cubicBezTo>
                <a:cubicBezTo>
                  <a:pt x="773502" y="215542"/>
                  <a:pt x="793668" y="275894"/>
                  <a:pt x="815274" y="323313"/>
                </a:cubicBezTo>
                <a:cubicBezTo>
                  <a:pt x="832559" y="395160"/>
                  <a:pt x="877212" y="479940"/>
                  <a:pt x="849844" y="547476"/>
                </a:cubicBezTo>
                <a:cubicBezTo>
                  <a:pt x="828238" y="564720"/>
                  <a:pt x="795108" y="564720"/>
                  <a:pt x="764859" y="576215"/>
                </a:cubicBezTo>
                <a:cubicBezTo>
                  <a:pt x="760538" y="573341"/>
                  <a:pt x="753336" y="571904"/>
                  <a:pt x="749015" y="569030"/>
                </a:cubicBezTo>
                <a:cubicBezTo>
                  <a:pt x="710124" y="567593"/>
                  <a:pt x="689958" y="534544"/>
                  <a:pt x="675554" y="507242"/>
                </a:cubicBezTo>
                <a:cubicBezTo>
                  <a:pt x="630901" y="426773"/>
                  <a:pt x="594891" y="314691"/>
                  <a:pt x="571844" y="228474"/>
                </a:cubicBezTo>
                <a:cubicBezTo>
                  <a:pt x="553119" y="231348"/>
                  <a:pt x="535834" y="238533"/>
                  <a:pt x="521430" y="242844"/>
                </a:cubicBezTo>
                <a:cubicBezTo>
                  <a:pt x="495502" y="250029"/>
                  <a:pt x="479658" y="255776"/>
                  <a:pt x="460932" y="260087"/>
                </a:cubicBezTo>
                <a:cubicBezTo>
                  <a:pt x="443647" y="264398"/>
                  <a:pt x="427803" y="271583"/>
                  <a:pt x="411958" y="277330"/>
                </a:cubicBezTo>
                <a:cubicBezTo>
                  <a:pt x="380269" y="287389"/>
                  <a:pt x="347140" y="291700"/>
                  <a:pt x="315451" y="301759"/>
                </a:cubicBezTo>
                <a:cubicBezTo>
                  <a:pt x="295285" y="307506"/>
                  <a:pt x="276559" y="319002"/>
                  <a:pt x="257834" y="326187"/>
                </a:cubicBezTo>
                <a:cubicBezTo>
                  <a:pt x="205979" y="346304"/>
                  <a:pt x="154124" y="360673"/>
                  <a:pt x="103710" y="387975"/>
                </a:cubicBezTo>
                <a:cubicBezTo>
                  <a:pt x="74901" y="389412"/>
                  <a:pt x="53295" y="415277"/>
                  <a:pt x="23047" y="421025"/>
                </a:cubicBezTo>
                <a:cubicBezTo>
                  <a:pt x="21606" y="502931"/>
                  <a:pt x="28808" y="586274"/>
                  <a:pt x="44653" y="678238"/>
                </a:cubicBezTo>
                <a:cubicBezTo>
                  <a:pt x="50414" y="712725"/>
                  <a:pt x="66259" y="745775"/>
                  <a:pt x="70580" y="783135"/>
                </a:cubicBezTo>
                <a:cubicBezTo>
                  <a:pt x="77782" y="837739"/>
                  <a:pt x="87865" y="890906"/>
                  <a:pt x="103710" y="944073"/>
                </a:cubicBezTo>
                <a:cubicBezTo>
                  <a:pt x="119554" y="998677"/>
                  <a:pt x="129637" y="1054718"/>
                  <a:pt x="146922" y="1105011"/>
                </a:cubicBezTo>
                <a:cubicBezTo>
                  <a:pt x="159886" y="1146683"/>
                  <a:pt x="177171" y="1188354"/>
                  <a:pt x="193015" y="1225715"/>
                </a:cubicBezTo>
                <a:cubicBezTo>
                  <a:pt x="207420" y="1260201"/>
                  <a:pt x="220383" y="1290377"/>
                  <a:pt x="231907" y="1321990"/>
                </a:cubicBezTo>
                <a:cubicBezTo>
                  <a:pt x="253513" y="1379468"/>
                  <a:pt x="276559" y="1436946"/>
                  <a:pt x="305368" y="1484365"/>
                </a:cubicBezTo>
                <a:cubicBezTo>
                  <a:pt x="386031" y="1413954"/>
                  <a:pt x="494062" y="1378031"/>
                  <a:pt x="589129" y="1336359"/>
                </a:cubicBezTo>
                <a:cubicBezTo>
                  <a:pt x="691398" y="1291814"/>
                  <a:pt x="812393" y="1277445"/>
                  <a:pt x="924745" y="1250143"/>
                </a:cubicBezTo>
                <a:cubicBezTo>
                  <a:pt x="976600" y="1237210"/>
                  <a:pt x="1015491" y="1224278"/>
                  <a:pt x="1058704" y="1211345"/>
                </a:cubicBezTo>
                <a:cubicBezTo>
                  <a:pt x="1104797" y="1196976"/>
                  <a:pt x="1152331" y="1186917"/>
                  <a:pt x="1195543" y="1169674"/>
                </a:cubicBezTo>
                <a:cubicBezTo>
                  <a:pt x="1238755" y="1153867"/>
                  <a:pt x="1277647" y="1132313"/>
                  <a:pt x="1319419" y="1120817"/>
                </a:cubicBezTo>
                <a:cubicBezTo>
                  <a:pt x="1335263" y="1103574"/>
                  <a:pt x="1369833" y="1097826"/>
                  <a:pt x="1389999" y="1087768"/>
                </a:cubicBezTo>
                <a:cubicBezTo>
                  <a:pt x="1382797" y="1056155"/>
                  <a:pt x="1359750" y="1036038"/>
                  <a:pt x="1343906" y="1008736"/>
                </a:cubicBezTo>
                <a:cubicBezTo>
                  <a:pt x="1326621" y="974249"/>
                  <a:pt x="1306455" y="944073"/>
                  <a:pt x="1292051" y="912460"/>
                </a:cubicBezTo>
                <a:cubicBezTo>
                  <a:pt x="1260362" y="839176"/>
                  <a:pt x="1230113" y="768766"/>
                  <a:pt x="1207066" y="694045"/>
                </a:cubicBezTo>
                <a:cubicBezTo>
                  <a:pt x="1195543" y="659558"/>
                  <a:pt x="1181139" y="626508"/>
                  <a:pt x="1172496" y="592022"/>
                </a:cubicBezTo>
                <a:cubicBezTo>
                  <a:pt x="1162414" y="553224"/>
                  <a:pt x="1158092" y="511553"/>
                  <a:pt x="1150890" y="469881"/>
                </a:cubicBezTo>
                <a:cubicBezTo>
                  <a:pt x="1145129" y="432521"/>
                  <a:pt x="1135046" y="393723"/>
                  <a:pt x="1127844" y="353489"/>
                </a:cubicBezTo>
                <a:cubicBezTo>
                  <a:pt x="1111999" y="271583"/>
                  <a:pt x="1123522" y="191114"/>
                  <a:pt x="1097595" y="113519"/>
                </a:cubicBezTo>
                <a:cubicBezTo>
                  <a:pt x="1096154" y="113519"/>
                  <a:pt x="1094714" y="113519"/>
                  <a:pt x="1093274" y="113519"/>
                </a:cubicBezTo>
                <a:cubicBezTo>
                  <a:pt x="1067346" y="116393"/>
                  <a:pt x="1063025" y="123577"/>
                  <a:pt x="1042859" y="119266"/>
                </a:cubicBezTo>
                <a:close/>
                <a:moveTo>
                  <a:pt x="759098" y="520174"/>
                </a:moveTo>
                <a:cubicBezTo>
                  <a:pt x="769181" y="521611"/>
                  <a:pt x="787906" y="512990"/>
                  <a:pt x="786466" y="508679"/>
                </a:cubicBezTo>
                <a:cubicBezTo>
                  <a:pt x="803751" y="498620"/>
                  <a:pt x="806631" y="472755"/>
                  <a:pt x="805191" y="452638"/>
                </a:cubicBezTo>
                <a:cubicBezTo>
                  <a:pt x="767740" y="364984"/>
                  <a:pt x="744694" y="265835"/>
                  <a:pt x="692839" y="196862"/>
                </a:cubicBezTo>
                <a:cubicBezTo>
                  <a:pt x="675554" y="193988"/>
                  <a:pt x="665471" y="191114"/>
                  <a:pt x="659709" y="201172"/>
                </a:cubicBezTo>
                <a:cubicBezTo>
                  <a:pt x="665471" y="201172"/>
                  <a:pt x="659709" y="202609"/>
                  <a:pt x="659709" y="202609"/>
                </a:cubicBezTo>
                <a:cubicBezTo>
                  <a:pt x="652507" y="251465"/>
                  <a:pt x="678435" y="277330"/>
                  <a:pt x="689958" y="314691"/>
                </a:cubicBezTo>
                <a:cubicBezTo>
                  <a:pt x="694279" y="329061"/>
                  <a:pt x="698600" y="333371"/>
                  <a:pt x="702922" y="344867"/>
                </a:cubicBezTo>
                <a:cubicBezTo>
                  <a:pt x="704362" y="349178"/>
                  <a:pt x="704362" y="354926"/>
                  <a:pt x="705803" y="359236"/>
                </a:cubicBezTo>
                <a:cubicBezTo>
                  <a:pt x="717326" y="382228"/>
                  <a:pt x="750455" y="400908"/>
                  <a:pt x="724528" y="423899"/>
                </a:cubicBezTo>
                <a:cubicBezTo>
                  <a:pt x="717326" y="421025"/>
                  <a:pt x="705803" y="426773"/>
                  <a:pt x="697160" y="428210"/>
                </a:cubicBezTo>
                <a:cubicBezTo>
                  <a:pt x="714445" y="452638"/>
                  <a:pt x="727409" y="515863"/>
                  <a:pt x="759098" y="520174"/>
                </a:cubicBezTo>
                <a:close/>
              </a:path>
            </a:pathLst>
          </a:custGeom>
          <a:solidFill>
            <a:srgbClr val="4874CB"/>
          </a:solidFill>
        </p:spPr>
      </p:sp>
      <p:sp>
        <p:nvSpPr>
          <p:cNvPr id="10" name="Text 7"/>
          <p:cNvSpPr/>
          <p:nvPr/>
        </p:nvSpPr>
        <p:spPr>
          <a:xfrm rot="360000">
            <a:off x="6797040" y="2782570"/>
            <a:ext cx="1411605" cy="150304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360000">
            <a:off x="6797040" y="4418330"/>
            <a:ext cx="1411605" cy="1503045"/>
          </a:xfrm>
          <a:custGeom>
            <a:avLst/>
            <a:gdLst/>
            <a:ahLst/>
            <a:cxnLst/>
            <a:rect l="l" t="t" r="r" b="b"/>
            <a:pathLst>
              <a:path w="1411605" h="1503045">
                <a:moveTo>
                  <a:pt x="786466" y="149442"/>
                </a:moveTo>
                <a:cubicBezTo>
                  <a:pt x="823916" y="142258"/>
                  <a:pt x="867129" y="127888"/>
                  <a:pt x="908901" y="117830"/>
                </a:cubicBezTo>
                <a:cubicBezTo>
                  <a:pt x="920424" y="114956"/>
                  <a:pt x="933388" y="116393"/>
                  <a:pt x="944911" y="114956"/>
                </a:cubicBezTo>
                <a:cubicBezTo>
                  <a:pt x="949232" y="114956"/>
                  <a:pt x="953554" y="110645"/>
                  <a:pt x="959315" y="110645"/>
                </a:cubicBezTo>
                <a:cubicBezTo>
                  <a:pt x="970839" y="107771"/>
                  <a:pt x="983802" y="112082"/>
                  <a:pt x="995326" y="110645"/>
                </a:cubicBezTo>
                <a:cubicBezTo>
                  <a:pt x="1011170" y="107771"/>
                  <a:pt x="1032776" y="99149"/>
                  <a:pt x="1050061" y="96275"/>
                </a:cubicBezTo>
                <a:cubicBezTo>
                  <a:pt x="1071667" y="91965"/>
                  <a:pt x="1093274" y="94838"/>
                  <a:pt x="1114880" y="99149"/>
                </a:cubicBezTo>
                <a:cubicBezTo>
                  <a:pt x="1122082" y="140821"/>
                  <a:pt x="1137926" y="208357"/>
                  <a:pt x="1130724" y="241407"/>
                </a:cubicBezTo>
                <a:cubicBezTo>
                  <a:pt x="1137926" y="290263"/>
                  <a:pt x="1135046" y="337682"/>
                  <a:pt x="1149450" y="373606"/>
                </a:cubicBezTo>
                <a:cubicBezTo>
                  <a:pt x="1156652" y="426773"/>
                  <a:pt x="1166735" y="484251"/>
                  <a:pt x="1175377" y="537418"/>
                </a:cubicBezTo>
                <a:cubicBezTo>
                  <a:pt x="1185460" y="593458"/>
                  <a:pt x="1205626" y="642315"/>
                  <a:pt x="1222911" y="689734"/>
                </a:cubicBezTo>
                <a:cubicBezTo>
                  <a:pt x="1244517" y="750086"/>
                  <a:pt x="1263242" y="809000"/>
                  <a:pt x="1289170" y="863604"/>
                </a:cubicBezTo>
                <a:cubicBezTo>
                  <a:pt x="1323740" y="934015"/>
                  <a:pt x="1371273" y="998677"/>
                  <a:pt x="1401522" y="1073398"/>
                </a:cubicBezTo>
                <a:cubicBezTo>
                  <a:pt x="1410165" y="1080583"/>
                  <a:pt x="1415926" y="1090642"/>
                  <a:pt x="1411605" y="1099263"/>
                </a:cubicBezTo>
                <a:cubicBezTo>
                  <a:pt x="1408724" y="1106448"/>
                  <a:pt x="1398641" y="1106448"/>
                  <a:pt x="1389999" y="1110759"/>
                </a:cubicBezTo>
                <a:cubicBezTo>
                  <a:pt x="1377035" y="1116507"/>
                  <a:pt x="1361191" y="1128002"/>
                  <a:pt x="1342465" y="1133750"/>
                </a:cubicBezTo>
                <a:cubicBezTo>
                  <a:pt x="1307895" y="1145246"/>
                  <a:pt x="1271885" y="1161052"/>
                  <a:pt x="1245957" y="1175421"/>
                </a:cubicBezTo>
                <a:cubicBezTo>
                  <a:pt x="1232994" y="1182606"/>
                  <a:pt x="1208507" y="1185480"/>
                  <a:pt x="1196983" y="1196976"/>
                </a:cubicBezTo>
                <a:cubicBezTo>
                  <a:pt x="1136486" y="1204160"/>
                  <a:pt x="1050061" y="1235773"/>
                  <a:pt x="980921" y="1251580"/>
                </a:cubicBezTo>
                <a:cubicBezTo>
                  <a:pt x="975160" y="1251580"/>
                  <a:pt x="976600" y="1257327"/>
                  <a:pt x="973719" y="1258764"/>
                </a:cubicBezTo>
                <a:cubicBezTo>
                  <a:pt x="953554" y="1255890"/>
                  <a:pt x="933388" y="1264512"/>
                  <a:pt x="911782" y="1267386"/>
                </a:cubicBezTo>
                <a:cubicBezTo>
                  <a:pt x="815274" y="1284629"/>
                  <a:pt x="714445" y="1296125"/>
                  <a:pt x="623699" y="1336359"/>
                </a:cubicBezTo>
                <a:cubicBezTo>
                  <a:pt x="561761" y="1363661"/>
                  <a:pt x="496943" y="1383779"/>
                  <a:pt x="442207" y="1411080"/>
                </a:cubicBezTo>
                <a:cubicBezTo>
                  <a:pt x="387471" y="1438382"/>
                  <a:pt x="342818" y="1475743"/>
                  <a:pt x="296725" y="1503045"/>
                </a:cubicBezTo>
                <a:cubicBezTo>
                  <a:pt x="286642" y="1490112"/>
                  <a:pt x="282321" y="1472869"/>
                  <a:pt x="275119" y="1457063"/>
                </a:cubicBezTo>
                <a:cubicBezTo>
                  <a:pt x="266476" y="1438382"/>
                  <a:pt x="254953" y="1416828"/>
                  <a:pt x="244870" y="1395274"/>
                </a:cubicBezTo>
                <a:cubicBezTo>
                  <a:pt x="240549" y="1386652"/>
                  <a:pt x="239109" y="1375157"/>
                  <a:pt x="236228" y="1366535"/>
                </a:cubicBezTo>
                <a:cubicBezTo>
                  <a:pt x="211741" y="1307620"/>
                  <a:pt x="187254" y="1244395"/>
                  <a:pt x="161326" y="1179732"/>
                </a:cubicBezTo>
                <a:cubicBezTo>
                  <a:pt x="157005" y="1171111"/>
                  <a:pt x="151243" y="1162489"/>
                  <a:pt x="148363" y="1155304"/>
                </a:cubicBezTo>
                <a:cubicBezTo>
                  <a:pt x="146922" y="1149556"/>
                  <a:pt x="148363" y="1140935"/>
                  <a:pt x="146922" y="1135187"/>
                </a:cubicBezTo>
                <a:cubicBezTo>
                  <a:pt x="133958" y="1094952"/>
                  <a:pt x="118114" y="1048970"/>
                  <a:pt x="105150" y="1004425"/>
                </a:cubicBezTo>
                <a:cubicBezTo>
                  <a:pt x="97948" y="981434"/>
                  <a:pt x="90746" y="957006"/>
                  <a:pt x="83544" y="934015"/>
                </a:cubicBezTo>
                <a:cubicBezTo>
                  <a:pt x="79223" y="921082"/>
                  <a:pt x="73461" y="908150"/>
                  <a:pt x="70580" y="895217"/>
                </a:cubicBezTo>
                <a:cubicBezTo>
                  <a:pt x="67699" y="880848"/>
                  <a:pt x="69140" y="866478"/>
                  <a:pt x="66259" y="850672"/>
                </a:cubicBezTo>
                <a:cubicBezTo>
                  <a:pt x="57617" y="803253"/>
                  <a:pt x="41772" y="755833"/>
                  <a:pt x="33130" y="705540"/>
                </a:cubicBezTo>
                <a:cubicBezTo>
                  <a:pt x="28808" y="679675"/>
                  <a:pt x="25927" y="653810"/>
                  <a:pt x="23047" y="625071"/>
                </a:cubicBezTo>
                <a:cubicBezTo>
                  <a:pt x="15845" y="580526"/>
                  <a:pt x="11523" y="537418"/>
                  <a:pt x="10083" y="492872"/>
                </a:cubicBezTo>
                <a:cubicBezTo>
                  <a:pt x="8642" y="465570"/>
                  <a:pt x="0" y="438268"/>
                  <a:pt x="5762" y="413840"/>
                </a:cubicBezTo>
                <a:cubicBezTo>
                  <a:pt x="60497" y="390849"/>
                  <a:pt x="119554" y="354926"/>
                  <a:pt x="188694" y="336245"/>
                </a:cubicBezTo>
                <a:cubicBezTo>
                  <a:pt x="201658" y="327624"/>
                  <a:pt x="221824" y="319002"/>
                  <a:pt x="236228" y="317565"/>
                </a:cubicBezTo>
                <a:cubicBezTo>
                  <a:pt x="279440" y="294574"/>
                  <a:pt x="332735" y="281641"/>
                  <a:pt x="384590" y="267272"/>
                </a:cubicBezTo>
                <a:cubicBezTo>
                  <a:pt x="432124" y="255776"/>
                  <a:pt x="481098" y="231348"/>
                  <a:pt x="522870" y="228474"/>
                </a:cubicBezTo>
                <a:cubicBezTo>
                  <a:pt x="534393" y="221290"/>
                  <a:pt x="550238" y="216979"/>
                  <a:pt x="566082" y="214105"/>
                </a:cubicBezTo>
                <a:cubicBezTo>
                  <a:pt x="558880" y="185366"/>
                  <a:pt x="534393" y="145131"/>
                  <a:pt x="531512" y="113519"/>
                </a:cubicBezTo>
                <a:cubicBezTo>
                  <a:pt x="528632" y="77595"/>
                  <a:pt x="550238" y="53167"/>
                  <a:pt x="567523" y="24428"/>
                </a:cubicBezTo>
                <a:cubicBezTo>
                  <a:pt x="587689" y="22991"/>
                  <a:pt x="607854" y="5748"/>
                  <a:pt x="632341" y="2874"/>
                </a:cubicBezTo>
                <a:cubicBezTo>
                  <a:pt x="662590" y="0"/>
                  <a:pt x="682756" y="10059"/>
                  <a:pt x="710124" y="20117"/>
                </a:cubicBezTo>
                <a:cubicBezTo>
                  <a:pt x="718766" y="37361"/>
                  <a:pt x="736051" y="47419"/>
                  <a:pt x="747574" y="63226"/>
                </a:cubicBezTo>
                <a:cubicBezTo>
                  <a:pt x="763419" y="89091"/>
                  <a:pt x="767740" y="123577"/>
                  <a:pt x="786466" y="149442"/>
                </a:cubicBezTo>
                <a:close/>
                <a:moveTo>
                  <a:pt x="695720" y="364984"/>
                </a:moveTo>
                <a:cubicBezTo>
                  <a:pt x="685637" y="346304"/>
                  <a:pt x="675554" y="321876"/>
                  <a:pt x="666911" y="300322"/>
                </a:cubicBezTo>
                <a:cubicBezTo>
                  <a:pt x="652507" y="267272"/>
                  <a:pt x="640984" y="232785"/>
                  <a:pt x="643865" y="196862"/>
                </a:cubicBezTo>
                <a:cubicBezTo>
                  <a:pt x="655388" y="178181"/>
                  <a:pt x="675554" y="173870"/>
                  <a:pt x="702922" y="179618"/>
                </a:cubicBezTo>
                <a:cubicBezTo>
                  <a:pt x="733170" y="221290"/>
                  <a:pt x="767740" y="303196"/>
                  <a:pt x="787906" y="362110"/>
                </a:cubicBezTo>
                <a:cubicBezTo>
                  <a:pt x="803751" y="405219"/>
                  <a:pt x="839761" y="479940"/>
                  <a:pt x="809512" y="512990"/>
                </a:cubicBezTo>
                <a:cubicBezTo>
                  <a:pt x="806631" y="515863"/>
                  <a:pt x="787906" y="533107"/>
                  <a:pt x="777823" y="534544"/>
                </a:cubicBezTo>
                <a:cubicBezTo>
                  <a:pt x="766300" y="535981"/>
                  <a:pt x="740372" y="531670"/>
                  <a:pt x="733170" y="525922"/>
                </a:cubicBezTo>
                <a:cubicBezTo>
                  <a:pt x="724528" y="520174"/>
                  <a:pt x="724528" y="507242"/>
                  <a:pt x="717326" y="501494"/>
                </a:cubicBezTo>
                <a:cubicBezTo>
                  <a:pt x="658269" y="372169"/>
                  <a:pt x="593450" y="258650"/>
                  <a:pt x="571844" y="91965"/>
                </a:cubicBezTo>
                <a:cubicBezTo>
                  <a:pt x="583367" y="70410"/>
                  <a:pt x="604974" y="58915"/>
                  <a:pt x="626580" y="47419"/>
                </a:cubicBezTo>
                <a:cubicBezTo>
                  <a:pt x="653948" y="44545"/>
                  <a:pt x="676994" y="56041"/>
                  <a:pt x="698600" y="63226"/>
                </a:cubicBezTo>
                <a:cubicBezTo>
                  <a:pt x="711564" y="83343"/>
                  <a:pt x="728849" y="99149"/>
                  <a:pt x="740372" y="120703"/>
                </a:cubicBezTo>
                <a:cubicBezTo>
                  <a:pt x="747574" y="135073"/>
                  <a:pt x="749015" y="153753"/>
                  <a:pt x="761979" y="163812"/>
                </a:cubicBezTo>
                <a:cubicBezTo>
                  <a:pt x="763419" y="158064"/>
                  <a:pt x="766300" y="163812"/>
                  <a:pt x="769181" y="160938"/>
                </a:cubicBezTo>
                <a:cubicBezTo>
                  <a:pt x="761979" y="119266"/>
                  <a:pt x="741813" y="91965"/>
                  <a:pt x="721647" y="56041"/>
                </a:cubicBezTo>
                <a:cubicBezTo>
                  <a:pt x="713005" y="51730"/>
                  <a:pt x="704362" y="44545"/>
                  <a:pt x="698600" y="34487"/>
                </a:cubicBezTo>
                <a:cubicBezTo>
                  <a:pt x="684196" y="28739"/>
                  <a:pt x="662590" y="17243"/>
                  <a:pt x="638103" y="20117"/>
                </a:cubicBezTo>
                <a:cubicBezTo>
                  <a:pt x="619378" y="22991"/>
                  <a:pt x="597772" y="33050"/>
                  <a:pt x="576165" y="40234"/>
                </a:cubicBezTo>
                <a:cubicBezTo>
                  <a:pt x="557440" y="57478"/>
                  <a:pt x="543036" y="84780"/>
                  <a:pt x="550238" y="117830"/>
                </a:cubicBezTo>
                <a:cubicBezTo>
                  <a:pt x="563202" y="146568"/>
                  <a:pt x="568963" y="182492"/>
                  <a:pt x="581927" y="212668"/>
                </a:cubicBezTo>
                <a:cubicBezTo>
                  <a:pt x="586248" y="244281"/>
                  <a:pt x="599212" y="262961"/>
                  <a:pt x="600652" y="288826"/>
                </a:cubicBezTo>
                <a:cubicBezTo>
                  <a:pt x="622259" y="339119"/>
                  <a:pt x="633782" y="393723"/>
                  <a:pt x="655388" y="441142"/>
                </a:cubicBezTo>
                <a:cubicBezTo>
                  <a:pt x="672673" y="479940"/>
                  <a:pt x="698600" y="524485"/>
                  <a:pt x="727409" y="548913"/>
                </a:cubicBezTo>
                <a:cubicBezTo>
                  <a:pt x="740372" y="548913"/>
                  <a:pt x="749015" y="556098"/>
                  <a:pt x="763419" y="557535"/>
                </a:cubicBezTo>
                <a:cubicBezTo>
                  <a:pt x="774942" y="551787"/>
                  <a:pt x="797989" y="553224"/>
                  <a:pt x="808072" y="550350"/>
                </a:cubicBezTo>
                <a:cubicBezTo>
                  <a:pt x="809512" y="543165"/>
                  <a:pt x="819595" y="540292"/>
                  <a:pt x="828238" y="535981"/>
                </a:cubicBezTo>
                <a:cubicBezTo>
                  <a:pt x="852725" y="504368"/>
                  <a:pt x="839761" y="461260"/>
                  <a:pt x="829678" y="421025"/>
                </a:cubicBezTo>
                <a:cubicBezTo>
                  <a:pt x="826797" y="409529"/>
                  <a:pt x="828238" y="399471"/>
                  <a:pt x="823916" y="389412"/>
                </a:cubicBezTo>
                <a:cubicBezTo>
                  <a:pt x="809512" y="344867"/>
                  <a:pt x="786466" y="294574"/>
                  <a:pt x="772062" y="260087"/>
                </a:cubicBezTo>
                <a:cubicBezTo>
                  <a:pt x="761979" y="234222"/>
                  <a:pt x="749015" y="209794"/>
                  <a:pt x="736051" y="189677"/>
                </a:cubicBezTo>
                <a:cubicBezTo>
                  <a:pt x="731730" y="179618"/>
                  <a:pt x="725968" y="168123"/>
                  <a:pt x="721647" y="163812"/>
                </a:cubicBezTo>
                <a:cubicBezTo>
                  <a:pt x="694279" y="133636"/>
                  <a:pt x="648186" y="155190"/>
                  <a:pt x="625139" y="179618"/>
                </a:cubicBezTo>
                <a:cubicBezTo>
                  <a:pt x="612176" y="229911"/>
                  <a:pt x="633782" y="273020"/>
                  <a:pt x="651067" y="316128"/>
                </a:cubicBezTo>
                <a:cubicBezTo>
                  <a:pt x="656828" y="333371"/>
                  <a:pt x="666911" y="352052"/>
                  <a:pt x="676994" y="367858"/>
                </a:cubicBezTo>
                <a:cubicBezTo>
                  <a:pt x="687077" y="383664"/>
                  <a:pt x="694279" y="409529"/>
                  <a:pt x="711564" y="406656"/>
                </a:cubicBezTo>
                <a:cubicBezTo>
                  <a:pt x="717326" y="393723"/>
                  <a:pt x="702922" y="379354"/>
                  <a:pt x="695720" y="364984"/>
                </a:cubicBezTo>
                <a:close/>
                <a:moveTo>
                  <a:pt x="721647" y="119266"/>
                </a:moveTo>
                <a:cubicBezTo>
                  <a:pt x="714445" y="104897"/>
                  <a:pt x="698600" y="83343"/>
                  <a:pt x="688518" y="76158"/>
                </a:cubicBezTo>
                <a:cubicBezTo>
                  <a:pt x="674113" y="67536"/>
                  <a:pt x="645305" y="58915"/>
                  <a:pt x="630901" y="63226"/>
                </a:cubicBezTo>
                <a:cubicBezTo>
                  <a:pt x="622259" y="66099"/>
                  <a:pt x="616497" y="76158"/>
                  <a:pt x="609295" y="80469"/>
                </a:cubicBezTo>
                <a:cubicBezTo>
                  <a:pt x="600652" y="84780"/>
                  <a:pt x="589129" y="86217"/>
                  <a:pt x="586248" y="97712"/>
                </a:cubicBezTo>
                <a:cubicBezTo>
                  <a:pt x="583367" y="107771"/>
                  <a:pt x="586248" y="126451"/>
                  <a:pt x="587689" y="135073"/>
                </a:cubicBezTo>
                <a:cubicBezTo>
                  <a:pt x="592010" y="159501"/>
                  <a:pt x="603533" y="185366"/>
                  <a:pt x="610735" y="205483"/>
                </a:cubicBezTo>
                <a:cubicBezTo>
                  <a:pt x="607854" y="162375"/>
                  <a:pt x="649626" y="137947"/>
                  <a:pt x="684196" y="136510"/>
                </a:cubicBezTo>
                <a:cubicBezTo>
                  <a:pt x="708683" y="136510"/>
                  <a:pt x="723087" y="153753"/>
                  <a:pt x="738932" y="163812"/>
                </a:cubicBezTo>
                <a:cubicBezTo>
                  <a:pt x="731730" y="145131"/>
                  <a:pt x="733170" y="136510"/>
                  <a:pt x="721647" y="119266"/>
                </a:cubicBezTo>
                <a:close/>
                <a:moveTo>
                  <a:pt x="1042859" y="119266"/>
                </a:moveTo>
                <a:cubicBezTo>
                  <a:pt x="1025574" y="127888"/>
                  <a:pt x="1001087" y="123577"/>
                  <a:pt x="978041" y="126451"/>
                </a:cubicBezTo>
                <a:cubicBezTo>
                  <a:pt x="956434" y="129325"/>
                  <a:pt x="934828" y="139384"/>
                  <a:pt x="917543" y="140821"/>
                </a:cubicBezTo>
                <a:cubicBezTo>
                  <a:pt x="907460" y="142258"/>
                  <a:pt x="898818" y="139384"/>
                  <a:pt x="888735" y="140821"/>
                </a:cubicBezTo>
                <a:cubicBezTo>
                  <a:pt x="839761" y="149442"/>
                  <a:pt x="797989" y="169560"/>
                  <a:pt x="749015" y="182492"/>
                </a:cubicBezTo>
                <a:cubicBezTo>
                  <a:pt x="773502" y="215542"/>
                  <a:pt x="793668" y="275894"/>
                  <a:pt x="815274" y="323313"/>
                </a:cubicBezTo>
                <a:cubicBezTo>
                  <a:pt x="832559" y="395160"/>
                  <a:pt x="877212" y="479940"/>
                  <a:pt x="849844" y="547476"/>
                </a:cubicBezTo>
                <a:cubicBezTo>
                  <a:pt x="828238" y="564720"/>
                  <a:pt x="795108" y="564720"/>
                  <a:pt x="764859" y="576215"/>
                </a:cubicBezTo>
                <a:cubicBezTo>
                  <a:pt x="760538" y="573341"/>
                  <a:pt x="753336" y="571904"/>
                  <a:pt x="749015" y="569030"/>
                </a:cubicBezTo>
                <a:cubicBezTo>
                  <a:pt x="710124" y="567593"/>
                  <a:pt x="689958" y="534544"/>
                  <a:pt x="675554" y="507242"/>
                </a:cubicBezTo>
                <a:cubicBezTo>
                  <a:pt x="630901" y="426773"/>
                  <a:pt x="594891" y="314691"/>
                  <a:pt x="571844" y="228474"/>
                </a:cubicBezTo>
                <a:cubicBezTo>
                  <a:pt x="553119" y="231348"/>
                  <a:pt x="535834" y="238533"/>
                  <a:pt x="521430" y="242844"/>
                </a:cubicBezTo>
                <a:cubicBezTo>
                  <a:pt x="495502" y="250029"/>
                  <a:pt x="479658" y="255776"/>
                  <a:pt x="460932" y="260087"/>
                </a:cubicBezTo>
                <a:cubicBezTo>
                  <a:pt x="443647" y="264398"/>
                  <a:pt x="427803" y="271583"/>
                  <a:pt x="411958" y="277330"/>
                </a:cubicBezTo>
                <a:cubicBezTo>
                  <a:pt x="380269" y="287389"/>
                  <a:pt x="347140" y="291700"/>
                  <a:pt x="315451" y="301759"/>
                </a:cubicBezTo>
                <a:cubicBezTo>
                  <a:pt x="295285" y="307506"/>
                  <a:pt x="276559" y="319002"/>
                  <a:pt x="257834" y="326187"/>
                </a:cubicBezTo>
                <a:cubicBezTo>
                  <a:pt x="205979" y="346304"/>
                  <a:pt x="154124" y="360673"/>
                  <a:pt x="103710" y="387975"/>
                </a:cubicBezTo>
                <a:cubicBezTo>
                  <a:pt x="74901" y="389412"/>
                  <a:pt x="53295" y="415277"/>
                  <a:pt x="23047" y="421025"/>
                </a:cubicBezTo>
                <a:cubicBezTo>
                  <a:pt x="21606" y="502931"/>
                  <a:pt x="28808" y="586274"/>
                  <a:pt x="44653" y="678238"/>
                </a:cubicBezTo>
                <a:cubicBezTo>
                  <a:pt x="50414" y="712725"/>
                  <a:pt x="66259" y="745775"/>
                  <a:pt x="70580" y="783135"/>
                </a:cubicBezTo>
                <a:cubicBezTo>
                  <a:pt x="77782" y="837739"/>
                  <a:pt x="87865" y="890906"/>
                  <a:pt x="103710" y="944073"/>
                </a:cubicBezTo>
                <a:cubicBezTo>
                  <a:pt x="119554" y="998677"/>
                  <a:pt x="129637" y="1054718"/>
                  <a:pt x="146922" y="1105011"/>
                </a:cubicBezTo>
                <a:cubicBezTo>
                  <a:pt x="159886" y="1146683"/>
                  <a:pt x="177171" y="1188354"/>
                  <a:pt x="193015" y="1225715"/>
                </a:cubicBezTo>
                <a:cubicBezTo>
                  <a:pt x="207420" y="1260201"/>
                  <a:pt x="220383" y="1290377"/>
                  <a:pt x="231907" y="1321990"/>
                </a:cubicBezTo>
                <a:cubicBezTo>
                  <a:pt x="253513" y="1379468"/>
                  <a:pt x="276559" y="1436946"/>
                  <a:pt x="305368" y="1484365"/>
                </a:cubicBezTo>
                <a:cubicBezTo>
                  <a:pt x="386031" y="1413954"/>
                  <a:pt x="494062" y="1378031"/>
                  <a:pt x="589129" y="1336359"/>
                </a:cubicBezTo>
                <a:cubicBezTo>
                  <a:pt x="691398" y="1291814"/>
                  <a:pt x="812393" y="1277445"/>
                  <a:pt x="924745" y="1250143"/>
                </a:cubicBezTo>
                <a:cubicBezTo>
                  <a:pt x="976600" y="1237210"/>
                  <a:pt x="1015491" y="1224278"/>
                  <a:pt x="1058704" y="1211345"/>
                </a:cubicBezTo>
                <a:cubicBezTo>
                  <a:pt x="1104797" y="1196976"/>
                  <a:pt x="1152331" y="1186917"/>
                  <a:pt x="1195543" y="1169674"/>
                </a:cubicBezTo>
                <a:cubicBezTo>
                  <a:pt x="1238755" y="1153867"/>
                  <a:pt x="1277647" y="1132313"/>
                  <a:pt x="1319419" y="1120817"/>
                </a:cubicBezTo>
                <a:cubicBezTo>
                  <a:pt x="1335263" y="1103574"/>
                  <a:pt x="1369833" y="1097826"/>
                  <a:pt x="1389999" y="1087768"/>
                </a:cubicBezTo>
                <a:cubicBezTo>
                  <a:pt x="1382797" y="1056155"/>
                  <a:pt x="1359750" y="1036038"/>
                  <a:pt x="1343906" y="1008736"/>
                </a:cubicBezTo>
                <a:cubicBezTo>
                  <a:pt x="1326621" y="974249"/>
                  <a:pt x="1306455" y="944073"/>
                  <a:pt x="1292051" y="912460"/>
                </a:cubicBezTo>
                <a:cubicBezTo>
                  <a:pt x="1260362" y="839176"/>
                  <a:pt x="1230113" y="768766"/>
                  <a:pt x="1207066" y="694045"/>
                </a:cubicBezTo>
                <a:cubicBezTo>
                  <a:pt x="1195543" y="659558"/>
                  <a:pt x="1181139" y="626508"/>
                  <a:pt x="1172496" y="592022"/>
                </a:cubicBezTo>
                <a:cubicBezTo>
                  <a:pt x="1162414" y="553224"/>
                  <a:pt x="1158092" y="511553"/>
                  <a:pt x="1150890" y="469881"/>
                </a:cubicBezTo>
                <a:cubicBezTo>
                  <a:pt x="1145129" y="432521"/>
                  <a:pt x="1135046" y="393723"/>
                  <a:pt x="1127844" y="353489"/>
                </a:cubicBezTo>
                <a:cubicBezTo>
                  <a:pt x="1111999" y="271583"/>
                  <a:pt x="1123522" y="191114"/>
                  <a:pt x="1097595" y="113519"/>
                </a:cubicBezTo>
                <a:cubicBezTo>
                  <a:pt x="1096154" y="113519"/>
                  <a:pt x="1094714" y="113519"/>
                  <a:pt x="1093274" y="113519"/>
                </a:cubicBezTo>
                <a:cubicBezTo>
                  <a:pt x="1067346" y="116393"/>
                  <a:pt x="1063025" y="123577"/>
                  <a:pt x="1042859" y="119266"/>
                </a:cubicBezTo>
                <a:close/>
                <a:moveTo>
                  <a:pt x="759098" y="520174"/>
                </a:moveTo>
                <a:cubicBezTo>
                  <a:pt x="769181" y="521611"/>
                  <a:pt x="787906" y="512990"/>
                  <a:pt x="786466" y="508679"/>
                </a:cubicBezTo>
                <a:cubicBezTo>
                  <a:pt x="803751" y="498620"/>
                  <a:pt x="806631" y="472755"/>
                  <a:pt x="805191" y="452638"/>
                </a:cubicBezTo>
                <a:cubicBezTo>
                  <a:pt x="767740" y="364984"/>
                  <a:pt x="744694" y="265835"/>
                  <a:pt x="692839" y="196862"/>
                </a:cubicBezTo>
                <a:cubicBezTo>
                  <a:pt x="675554" y="193988"/>
                  <a:pt x="665471" y="191114"/>
                  <a:pt x="659709" y="201172"/>
                </a:cubicBezTo>
                <a:cubicBezTo>
                  <a:pt x="665471" y="201172"/>
                  <a:pt x="659709" y="202609"/>
                  <a:pt x="659709" y="202609"/>
                </a:cubicBezTo>
                <a:cubicBezTo>
                  <a:pt x="652507" y="251465"/>
                  <a:pt x="678435" y="277330"/>
                  <a:pt x="689958" y="314691"/>
                </a:cubicBezTo>
                <a:cubicBezTo>
                  <a:pt x="694279" y="329061"/>
                  <a:pt x="698600" y="333371"/>
                  <a:pt x="702922" y="344867"/>
                </a:cubicBezTo>
                <a:cubicBezTo>
                  <a:pt x="704362" y="349178"/>
                  <a:pt x="704362" y="354926"/>
                  <a:pt x="705803" y="359236"/>
                </a:cubicBezTo>
                <a:cubicBezTo>
                  <a:pt x="717326" y="382228"/>
                  <a:pt x="750455" y="400908"/>
                  <a:pt x="724528" y="423899"/>
                </a:cubicBezTo>
                <a:cubicBezTo>
                  <a:pt x="717326" y="421025"/>
                  <a:pt x="705803" y="426773"/>
                  <a:pt x="697160" y="428210"/>
                </a:cubicBezTo>
                <a:cubicBezTo>
                  <a:pt x="714445" y="452638"/>
                  <a:pt x="727409" y="515863"/>
                  <a:pt x="759098" y="520174"/>
                </a:cubicBezTo>
                <a:close/>
              </a:path>
            </a:pathLst>
          </a:custGeom>
          <a:solidFill>
            <a:srgbClr val="4874CB"/>
          </a:solidFill>
        </p:spPr>
      </p:sp>
      <p:sp>
        <p:nvSpPr>
          <p:cNvPr id="12" name="Text 9"/>
          <p:cNvSpPr/>
          <p:nvPr/>
        </p:nvSpPr>
        <p:spPr>
          <a:xfrm rot="360000">
            <a:off x="6797040" y="4418330"/>
            <a:ext cx="1411605" cy="150304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9-05-18:35:50-d2tbq1lnfo2stf9djt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" y="394970"/>
            <a:ext cx="1987550" cy="49403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844040" y="1212215"/>
            <a:ext cx="1291590" cy="676910"/>
          </a:xfrm>
          <a:custGeom>
            <a:avLst/>
            <a:gdLst/>
            <a:ahLst/>
            <a:cxnLst/>
            <a:rect l="l" t="t" r="r" b="b"/>
            <a:pathLst>
              <a:path w="1291590" h="676910">
                <a:moveTo>
                  <a:pt x="1206381" y="85552"/>
                </a:moveTo>
                <a:cubicBezTo>
                  <a:pt x="1255713" y="44277"/>
                  <a:pt x="1300559" y="138834"/>
                  <a:pt x="1291590" y="182360"/>
                </a:cubicBezTo>
                <a:cubicBezTo>
                  <a:pt x="1289348" y="191366"/>
                  <a:pt x="1281126" y="203373"/>
                  <a:pt x="1274399" y="214630"/>
                </a:cubicBezTo>
                <a:cubicBezTo>
                  <a:pt x="1259450" y="239395"/>
                  <a:pt x="1251228" y="250652"/>
                  <a:pt x="1230299" y="265661"/>
                </a:cubicBezTo>
                <a:cubicBezTo>
                  <a:pt x="1203391" y="285173"/>
                  <a:pt x="1160787" y="303934"/>
                  <a:pt x="1138363" y="322695"/>
                </a:cubicBezTo>
                <a:cubicBezTo>
                  <a:pt x="1079315" y="382732"/>
                  <a:pt x="990368" y="412750"/>
                  <a:pt x="926088" y="467533"/>
                </a:cubicBezTo>
                <a:cubicBezTo>
                  <a:pt x="890958" y="478040"/>
                  <a:pt x="867040" y="499803"/>
                  <a:pt x="843121" y="520815"/>
                </a:cubicBezTo>
                <a:cubicBezTo>
                  <a:pt x="807991" y="534324"/>
                  <a:pt x="779588" y="554586"/>
                  <a:pt x="754922" y="580101"/>
                </a:cubicBezTo>
                <a:cubicBezTo>
                  <a:pt x="733994" y="588356"/>
                  <a:pt x="711570" y="598863"/>
                  <a:pt x="671956" y="597362"/>
                </a:cubicBezTo>
                <a:cubicBezTo>
                  <a:pt x="622624" y="595110"/>
                  <a:pt x="571050" y="590608"/>
                  <a:pt x="536668" y="582353"/>
                </a:cubicBezTo>
                <a:cubicBezTo>
                  <a:pt x="541152" y="618375"/>
                  <a:pt x="518729" y="646141"/>
                  <a:pt x="494811" y="665653"/>
                </a:cubicBezTo>
                <a:cubicBezTo>
                  <a:pt x="484346" y="673908"/>
                  <a:pt x="469397" y="684415"/>
                  <a:pt x="459680" y="676910"/>
                </a:cubicBezTo>
                <a:cubicBezTo>
                  <a:pt x="449964" y="644640"/>
                  <a:pt x="489578" y="632633"/>
                  <a:pt x="473135" y="599613"/>
                </a:cubicBezTo>
                <a:cubicBezTo>
                  <a:pt x="469397" y="603365"/>
                  <a:pt x="470145" y="611620"/>
                  <a:pt x="466408" y="615373"/>
                </a:cubicBezTo>
                <a:cubicBezTo>
                  <a:pt x="446226" y="649894"/>
                  <a:pt x="303464" y="675409"/>
                  <a:pt x="376714" y="617624"/>
                </a:cubicBezTo>
                <a:cubicBezTo>
                  <a:pt x="382693" y="589857"/>
                  <a:pt x="404369" y="572597"/>
                  <a:pt x="407359" y="549333"/>
                </a:cubicBezTo>
                <a:cubicBezTo>
                  <a:pt x="399885" y="539577"/>
                  <a:pt x="381946" y="540327"/>
                  <a:pt x="374471" y="531322"/>
                </a:cubicBezTo>
                <a:cubicBezTo>
                  <a:pt x="248900" y="501304"/>
                  <a:pt x="127066" y="480291"/>
                  <a:pt x="6727" y="445770"/>
                </a:cubicBezTo>
                <a:cubicBezTo>
                  <a:pt x="6727" y="442018"/>
                  <a:pt x="5232" y="439766"/>
                  <a:pt x="2242" y="439016"/>
                </a:cubicBezTo>
                <a:cubicBezTo>
                  <a:pt x="0" y="426258"/>
                  <a:pt x="5980" y="422506"/>
                  <a:pt x="6727" y="412750"/>
                </a:cubicBezTo>
                <a:cubicBezTo>
                  <a:pt x="25413" y="403745"/>
                  <a:pt x="41110" y="397741"/>
                  <a:pt x="68018" y="403745"/>
                </a:cubicBezTo>
                <a:cubicBezTo>
                  <a:pt x="68018" y="395490"/>
                  <a:pt x="74745" y="378980"/>
                  <a:pt x="85209" y="372976"/>
                </a:cubicBezTo>
                <a:cubicBezTo>
                  <a:pt x="63533" y="368473"/>
                  <a:pt x="68765" y="336204"/>
                  <a:pt x="87451" y="331701"/>
                </a:cubicBezTo>
                <a:cubicBezTo>
                  <a:pt x="86704" y="322695"/>
                  <a:pt x="73250" y="327198"/>
                  <a:pt x="70260" y="320444"/>
                </a:cubicBezTo>
                <a:cubicBezTo>
                  <a:pt x="67270" y="313690"/>
                  <a:pt x="68018" y="309187"/>
                  <a:pt x="72502" y="305435"/>
                </a:cubicBezTo>
                <a:cubicBezTo>
                  <a:pt x="55311" y="297930"/>
                  <a:pt x="34383" y="302433"/>
                  <a:pt x="35130" y="280670"/>
                </a:cubicBezTo>
                <a:cubicBezTo>
                  <a:pt x="35878" y="267162"/>
                  <a:pt x="50079" y="266411"/>
                  <a:pt x="61291" y="261158"/>
                </a:cubicBezTo>
                <a:cubicBezTo>
                  <a:pt x="130803" y="227388"/>
                  <a:pt x="212275" y="192116"/>
                  <a:pt x="293000" y="155344"/>
                </a:cubicBezTo>
                <a:cubicBezTo>
                  <a:pt x="342331" y="133581"/>
                  <a:pt x="386431" y="110317"/>
                  <a:pt x="435762" y="90055"/>
                </a:cubicBezTo>
                <a:cubicBezTo>
                  <a:pt x="450711" y="83300"/>
                  <a:pt x="464913" y="78798"/>
                  <a:pt x="479114" y="72044"/>
                </a:cubicBezTo>
                <a:cubicBezTo>
                  <a:pt x="500790" y="62288"/>
                  <a:pt x="517981" y="50280"/>
                  <a:pt x="544890" y="43526"/>
                </a:cubicBezTo>
                <a:cubicBezTo>
                  <a:pt x="547879" y="40525"/>
                  <a:pt x="550869" y="37523"/>
                  <a:pt x="553859" y="34521"/>
                </a:cubicBezTo>
                <a:cubicBezTo>
                  <a:pt x="571798" y="35271"/>
                  <a:pt x="580767" y="21013"/>
                  <a:pt x="595716" y="15009"/>
                </a:cubicBezTo>
                <a:cubicBezTo>
                  <a:pt x="630846" y="0"/>
                  <a:pt x="686905" y="10506"/>
                  <a:pt x="728762" y="15009"/>
                </a:cubicBezTo>
                <a:cubicBezTo>
                  <a:pt x="802759" y="22514"/>
                  <a:pt x="881989" y="39774"/>
                  <a:pt x="956733" y="48029"/>
                </a:cubicBezTo>
                <a:cubicBezTo>
                  <a:pt x="984389" y="51031"/>
                  <a:pt x="1011297" y="47279"/>
                  <a:pt x="1037458" y="50280"/>
                </a:cubicBezTo>
                <a:cubicBezTo>
                  <a:pt x="1097254" y="56284"/>
                  <a:pt x="1155554" y="77297"/>
                  <a:pt x="1201896" y="78798"/>
                </a:cubicBezTo>
                <a:cubicBezTo>
                  <a:pt x="1206381" y="77297"/>
                  <a:pt x="1206381" y="81800"/>
                  <a:pt x="1206381" y="85552"/>
                </a:cubicBezTo>
                <a:close/>
                <a:moveTo>
                  <a:pt x="790052" y="48029"/>
                </a:moveTo>
                <a:cubicBezTo>
                  <a:pt x="742963" y="43526"/>
                  <a:pt x="697369" y="33020"/>
                  <a:pt x="652522" y="28517"/>
                </a:cubicBezTo>
                <a:cubicBezTo>
                  <a:pt x="624119" y="25515"/>
                  <a:pt x="596463" y="39024"/>
                  <a:pt x="575535" y="48029"/>
                </a:cubicBezTo>
                <a:cubicBezTo>
                  <a:pt x="548627" y="60036"/>
                  <a:pt x="521719" y="72794"/>
                  <a:pt x="494811" y="85552"/>
                </a:cubicBezTo>
                <a:cubicBezTo>
                  <a:pt x="464165" y="99810"/>
                  <a:pt x="429783" y="108065"/>
                  <a:pt x="398390" y="122324"/>
                </a:cubicBezTo>
                <a:cubicBezTo>
                  <a:pt x="390168" y="126827"/>
                  <a:pt x="383441" y="133581"/>
                  <a:pt x="374471" y="138084"/>
                </a:cubicBezTo>
                <a:cubicBezTo>
                  <a:pt x="266839" y="187614"/>
                  <a:pt x="152479" y="227388"/>
                  <a:pt x="50079" y="285173"/>
                </a:cubicBezTo>
                <a:cubicBezTo>
                  <a:pt x="93431" y="298681"/>
                  <a:pt x="136036" y="298681"/>
                  <a:pt x="174903" y="303184"/>
                </a:cubicBezTo>
                <a:cubicBezTo>
                  <a:pt x="198074" y="305435"/>
                  <a:pt x="219002" y="312940"/>
                  <a:pt x="240678" y="315941"/>
                </a:cubicBezTo>
                <a:cubicBezTo>
                  <a:pt x="284030" y="322695"/>
                  <a:pt x="328877" y="327949"/>
                  <a:pt x="372229" y="336204"/>
                </a:cubicBezTo>
                <a:cubicBezTo>
                  <a:pt x="419318" y="344459"/>
                  <a:pt x="461923" y="358717"/>
                  <a:pt x="506022" y="369224"/>
                </a:cubicBezTo>
                <a:cubicBezTo>
                  <a:pt x="581514" y="387235"/>
                  <a:pt x="668218" y="384983"/>
                  <a:pt x="726519" y="436765"/>
                </a:cubicBezTo>
                <a:cubicBezTo>
                  <a:pt x="742963" y="457777"/>
                  <a:pt x="739226" y="490047"/>
                  <a:pt x="737731" y="514061"/>
                </a:cubicBezTo>
                <a:cubicBezTo>
                  <a:pt x="720540" y="532072"/>
                  <a:pt x="712318" y="556087"/>
                  <a:pt x="683167" y="557588"/>
                </a:cubicBezTo>
                <a:cubicBezTo>
                  <a:pt x="639068" y="561340"/>
                  <a:pt x="570303" y="538826"/>
                  <a:pt x="532183" y="547081"/>
                </a:cubicBezTo>
                <a:cubicBezTo>
                  <a:pt x="526203" y="565092"/>
                  <a:pt x="550869" y="564342"/>
                  <a:pt x="560586" y="566593"/>
                </a:cubicBezTo>
                <a:cubicBezTo>
                  <a:pt x="586747" y="572597"/>
                  <a:pt x="604685" y="571846"/>
                  <a:pt x="630846" y="573347"/>
                </a:cubicBezTo>
                <a:cubicBezTo>
                  <a:pt x="666724" y="574848"/>
                  <a:pt x="700359" y="586855"/>
                  <a:pt x="731004" y="568845"/>
                </a:cubicBezTo>
                <a:cubicBezTo>
                  <a:pt x="746700" y="546331"/>
                  <a:pt x="766134" y="519315"/>
                  <a:pt x="768376" y="493799"/>
                </a:cubicBezTo>
                <a:cubicBezTo>
                  <a:pt x="771366" y="453275"/>
                  <a:pt x="756417" y="395490"/>
                  <a:pt x="725024" y="379730"/>
                </a:cubicBezTo>
                <a:cubicBezTo>
                  <a:pt x="679430" y="357967"/>
                  <a:pt x="601696" y="354965"/>
                  <a:pt x="536668" y="348961"/>
                </a:cubicBezTo>
                <a:cubicBezTo>
                  <a:pt x="512002" y="346710"/>
                  <a:pt x="476872" y="348961"/>
                  <a:pt x="461923" y="324947"/>
                </a:cubicBezTo>
                <a:cubicBezTo>
                  <a:pt x="476124" y="320444"/>
                  <a:pt x="486589" y="329450"/>
                  <a:pt x="501538" y="331701"/>
                </a:cubicBezTo>
                <a:cubicBezTo>
                  <a:pt x="577030" y="343708"/>
                  <a:pt x="689894" y="333952"/>
                  <a:pt x="742216" y="370725"/>
                </a:cubicBezTo>
                <a:cubicBezTo>
                  <a:pt x="901422" y="290426"/>
                  <a:pt x="1059134" y="208626"/>
                  <a:pt x="1188442" y="98310"/>
                </a:cubicBezTo>
                <a:cubicBezTo>
                  <a:pt x="1062123" y="88554"/>
                  <a:pt x="932815" y="60787"/>
                  <a:pt x="790052" y="48029"/>
                </a:cubicBezTo>
                <a:close/>
                <a:moveTo>
                  <a:pt x="772861" y="538076"/>
                </a:moveTo>
                <a:cubicBezTo>
                  <a:pt x="772114" y="540327"/>
                  <a:pt x="769871" y="543329"/>
                  <a:pt x="772861" y="540327"/>
                </a:cubicBezTo>
                <a:cubicBezTo>
                  <a:pt x="913381" y="449522"/>
                  <a:pt x="1062871" y="368473"/>
                  <a:pt x="1190685" y="265661"/>
                </a:cubicBezTo>
                <a:cubicBezTo>
                  <a:pt x="1210118" y="254404"/>
                  <a:pt x="1240016" y="238645"/>
                  <a:pt x="1256460" y="216881"/>
                </a:cubicBezTo>
                <a:cubicBezTo>
                  <a:pt x="1287853" y="178608"/>
                  <a:pt x="1265429" y="126076"/>
                  <a:pt x="1237026" y="100561"/>
                </a:cubicBezTo>
                <a:cubicBezTo>
                  <a:pt x="1210118" y="99060"/>
                  <a:pt x="1198159" y="121574"/>
                  <a:pt x="1182463" y="133581"/>
                </a:cubicBezTo>
                <a:cubicBezTo>
                  <a:pt x="1156302" y="154594"/>
                  <a:pt x="1124909" y="168102"/>
                  <a:pt x="1100991" y="190615"/>
                </a:cubicBezTo>
                <a:cubicBezTo>
                  <a:pt x="1047175" y="219883"/>
                  <a:pt x="999338" y="252903"/>
                  <a:pt x="947764" y="282921"/>
                </a:cubicBezTo>
                <a:cubicBezTo>
                  <a:pt x="922351" y="298681"/>
                  <a:pt x="894695" y="308437"/>
                  <a:pt x="869282" y="322695"/>
                </a:cubicBezTo>
                <a:cubicBezTo>
                  <a:pt x="860313" y="327949"/>
                  <a:pt x="854333" y="335453"/>
                  <a:pt x="845364" y="339956"/>
                </a:cubicBezTo>
                <a:cubicBezTo>
                  <a:pt x="815466" y="354965"/>
                  <a:pt x="784073" y="363970"/>
                  <a:pt x="759407" y="386484"/>
                </a:cubicBezTo>
                <a:cubicBezTo>
                  <a:pt x="793042" y="427759"/>
                  <a:pt x="797527" y="498302"/>
                  <a:pt x="772861" y="538076"/>
                </a:cubicBezTo>
                <a:close/>
                <a:moveTo>
                  <a:pt x="103148" y="344459"/>
                </a:moveTo>
                <a:cubicBezTo>
                  <a:pt x="148742" y="354965"/>
                  <a:pt x="207791" y="359468"/>
                  <a:pt x="251890" y="364721"/>
                </a:cubicBezTo>
                <a:cubicBezTo>
                  <a:pt x="272071" y="366972"/>
                  <a:pt x="301969" y="365471"/>
                  <a:pt x="308696" y="384233"/>
                </a:cubicBezTo>
                <a:cubicBezTo>
                  <a:pt x="244415" y="374477"/>
                  <a:pt x="168176" y="370725"/>
                  <a:pt x="100905" y="360218"/>
                </a:cubicBezTo>
                <a:cubicBezTo>
                  <a:pt x="100905" y="366972"/>
                  <a:pt x="105390" y="369974"/>
                  <a:pt x="105390" y="377479"/>
                </a:cubicBezTo>
                <a:cubicBezTo>
                  <a:pt x="116602" y="377479"/>
                  <a:pt x="129308" y="384233"/>
                  <a:pt x="144257" y="386484"/>
                </a:cubicBezTo>
                <a:cubicBezTo>
                  <a:pt x="179388" y="391737"/>
                  <a:pt x="223487" y="383482"/>
                  <a:pt x="240678" y="403745"/>
                </a:cubicBezTo>
                <a:cubicBezTo>
                  <a:pt x="197326" y="402244"/>
                  <a:pt x="157712" y="403745"/>
                  <a:pt x="122581" y="397741"/>
                </a:cubicBezTo>
                <a:cubicBezTo>
                  <a:pt x="110622" y="395490"/>
                  <a:pt x="98663" y="384233"/>
                  <a:pt x="87451" y="393238"/>
                </a:cubicBezTo>
                <a:cubicBezTo>
                  <a:pt x="84462" y="412000"/>
                  <a:pt x="112117" y="410499"/>
                  <a:pt x="122581" y="408247"/>
                </a:cubicBezTo>
                <a:cubicBezTo>
                  <a:pt x="223487" y="434513"/>
                  <a:pt x="317665" y="462280"/>
                  <a:pt x="414086" y="481041"/>
                </a:cubicBezTo>
                <a:cubicBezTo>
                  <a:pt x="413339" y="464531"/>
                  <a:pt x="422308" y="439016"/>
                  <a:pt x="442489" y="430761"/>
                </a:cubicBezTo>
                <a:cubicBezTo>
                  <a:pt x="414086" y="421755"/>
                  <a:pt x="378956" y="431511"/>
                  <a:pt x="365502" y="410499"/>
                </a:cubicBezTo>
                <a:cubicBezTo>
                  <a:pt x="407359" y="399992"/>
                  <a:pt x="452953" y="419504"/>
                  <a:pt x="497053" y="426258"/>
                </a:cubicBezTo>
                <a:cubicBezTo>
                  <a:pt x="512749" y="428510"/>
                  <a:pt x="529941" y="425508"/>
                  <a:pt x="544890" y="428510"/>
                </a:cubicBezTo>
                <a:cubicBezTo>
                  <a:pt x="558344" y="430761"/>
                  <a:pt x="572545" y="436765"/>
                  <a:pt x="586747" y="439016"/>
                </a:cubicBezTo>
                <a:cubicBezTo>
                  <a:pt x="603938" y="442018"/>
                  <a:pt x="624119" y="437515"/>
                  <a:pt x="636826" y="450273"/>
                </a:cubicBezTo>
                <a:cubicBezTo>
                  <a:pt x="631593" y="466032"/>
                  <a:pt x="610665" y="456276"/>
                  <a:pt x="595716" y="457027"/>
                </a:cubicBezTo>
                <a:cubicBezTo>
                  <a:pt x="575535" y="482542"/>
                  <a:pt x="532930" y="484794"/>
                  <a:pt x="532183" y="529070"/>
                </a:cubicBezTo>
                <a:cubicBezTo>
                  <a:pt x="583009" y="523817"/>
                  <a:pt x="675693" y="564342"/>
                  <a:pt x="707086" y="516313"/>
                </a:cubicBezTo>
                <a:cubicBezTo>
                  <a:pt x="684662" y="508808"/>
                  <a:pt x="659997" y="516313"/>
                  <a:pt x="645795" y="500553"/>
                </a:cubicBezTo>
                <a:cubicBezTo>
                  <a:pt x="668218" y="498302"/>
                  <a:pt x="722035" y="507307"/>
                  <a:pt x="720540" y="487795"/>
                </a:cubicBezTo>
                <a:cubicBezTo>
                  <a:pt x="702601" y="480291"/>
                  <a:pt x="662986" y="491548"/>
                  <a:pt x="645795" y="472036"/>
                </a:cubicBezTo>
                <a:cubicBezTo>
                  <a:pt x="669713" y="468284"/>
                  <a:pt x="701854" y="469785"/>
                  <a:pt x="718297" y="469785"/>
                </a:cubicBezTo>
                <a:cubicBezTo>
                  <a:pt x="710076" y="422506"/>
                  <a:pt x="661491" y="418754"/>
                  <a:pt x="617392" y="408247"/>
                </a:cubicBezTo>
                <a:cubicBezTo>
                  <a:pt x="445479" y="368473"/>
                  <a:pt x="264597" y="326448"/>
                  <a:pt x="80724" y="307686"/>
                </a:cubicBezTo>
                <a:cubicBezTo>
                  <a:pt x="97916" y="309187"/>
                  <a:pt x="107633" y="327949"/>
                  <a:pt x="103148" y="344459"/>
                </a:cubicBezTo>
                <a:close/>
                <a:moveTo>
                  <a:pt x="223487" y="454775"/>
                </a:moveTo>
                <a:cubicBezTo>
                  <a:pt x="192842" y="445770"/>
                  <a:pt x="162196" y="433012"/>
                  <a:pt x="129308" y="428510"/>
                </a:cubicBezTo>
                <a:cubicBezTo>
                  <a:pt x="93431" y="422506"/>
                  <a:pt x="38867" y="407497"/>
                  <a:pt x="21676" y="432262"/>
                </a:cubicBezTo>
                <a:cubicBezTo>
                  <a:pt x="142015" y="464531"/>
                  <a:pt x="293000" y="490047"/>
                  <a:pt x="414086" y="524568"/>
                </a:cubicBezTo>
                <a:cubicBezTo>
                  <a:pt x="416328" y="513311"/>
                  <a:pt x="414834" y="515562"/>
                  <a:pt x="414086" y="500553"/>
                </a:cubicBezTo>
                <a:cubicBezTo>
                  <a:pt x="349058" y="483293"/>
                  <a:pt x="293000" y="474287"/>
                  <a:pt x="223487" y="454775"/>
                </a:cubicBezTo>
                <a:close/>
                <a:moveTo>
                  <a:pt x="438004" y="459278"/>
                </a:moveTo>
                <a:cubicBezTo>
                  <a:pt x="428288" y="477289"/>
                  <a:pt x="440247" y="510309"/>
                  <a:pt x="433520" y="535825"/>
                </a:cubicBezTo>
                <a:cubicBezTo>
                  <a:pt x="432025" y="541078"/>
                  <a:pt x="426793" y="544080"/>
                  <a:pt x="424550" y="549333"/>
                </a:cubicBezTo>
                <a:cubicBezTo>
                  <a:pt x="420066" y="562841"/>
                  <a:pt x="419318" y="577850"/>
                  <a:pt x="414086" y="588356"/>
                </a:cubicBezTo>
                <a:cubicBezTo>
                  <a:pt x="406612" y="602615"/>
                  <a:pt x="395400" y="614622"/>
                  <a:pt x="389420" y="630382"/>
                </a:cubicBezTo>
                <a:cubicBezTo>
                  <a:pt x="424550" y="625879"/>
                  <a:pt x="464913" y="606367"/>
                  <a:pt x="452953" y="568845"/>
                </a:cubicBezTo>
                <a:cubicBezTo>
                  <a:pt x="459680" y="563591"/>
                  <a:pt x="464913" y="559089"/>
                  <a:pt x="473135" y="559839"/>
                </a:cubicBezTo>
                <a:cubicBezTo>
                  <a:pt x="487336" y="581602"/>
                  <a:pt x="497053" y="613872"/>
                  <a:pt x="488083" y="646141"/>
                </a:cubicBezTo>
                <a:cubicBezTo>
                  <a:pt x="491821" y="637886"/>
                  <a:pt x="499295" y="634134"/>
                  <a:pt x="506022" y="628130"/>
                </a:cubicBezTo>
                <a:cubicBezTo>
                  <a:pt x="527698" y="592109"/>
                  <a:pt x="500043" y="541078"/>
                  <a:pt x="516487" y="502805"/>
                </a:cubicBezTo>
                <a:cubicBezTo>
                  <a:pt x="527698" y="478790"/>
                  <a:pt x="548627" y="469034"/>
                  <a:pt x="571050" y="452524"/>
                </a:cubicBezTo>
                <a:cubicBezTo>
                  <a:pt x="539657" y="439766"/>
                  <a:pt x="493316" y="442018"/>
                  <a:pt x="457438" y="432262"/>
                </a:cubicBezTo>
                <a:cubicBezTo>
                  <a:pt x="456691" y="448021"/>
                  <a:pt x="443984" y="447271"/>
                  <a:pt x="438004" y="459278"/>
                </a:cubicBezTo>
                <a:close/>
              </a:path>
            </a:pathLst>
          </a:custGeom>
          <a:solidFill>
            <a:srgbClr val="4874CB"/>
          </a:solidFill>
        </p:spPr>
      </p:sp>
      <p:sp>
        <p:nvSpPr>
          <p:cNvPr id="15" name="Text 11"/>
          <p:cNvSpPr/>
          <p:nvPr/>
        </p:nvSpPr>
        <p:spPr>
          <a:xfrm>
            <a:off x="1844040" y="1212215"/>
            <a:ext cx="1291590" cy="67691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1160" y="643890"/>
            <a:ext cx="2623820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15695" y="3134360"/>
            <a:ext cx="1894840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76630" y="3814445"/>
            <a:ext cx="4444365" cy="438150"/>
          </a:xfrm>
          <a:prstGeom prst="rect">
            <a:avLst/>
          </a:prstGeom>
          <a:solidFill>
            <a:srgbClr val="FDF3E9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开篇立论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61175" y="3134360"/>
            <a:ext cx="1894840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722110" y="3814445"/>
            <a:ext cx="4444365" cy="438150"/>
          </a:xfrm>
          <a:prstGeom prst="rect">
            <a:avLst/>
          </a:prstGeom>
          <a:solidFill>
            <a:srgbClr val="FDF3E9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创新的双重驱动力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15695" y="4770120"/>
            <a:ext cx="1894840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76630" y="5450205"/>
            <a:ext cx="4444365" cy="438150"/>
          </a:xfrm>
          <a:prstGeom prst="rect">
            <a:avLst/>
          </a:prstGeom>
          <a:solidFill>
            <a:srgbClr val="FDF3E9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设计方法论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861175" y="4770120"/>
            <a:ext cx="1894840" cy="1025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722110" y="5450205"/>
            <a:ext cx="4444365" cy="438150"/>
          </a:xfrm>
          <a:prstGeom prst="rect">
            <a:avLst/>
          </a:prstGeom>
          <a:solidFill>
            <a:srgbClr val="FDF3E9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总结与行动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3-d2tbq2dnfo2stf9djtf0.png"/>
          <p:cNvPicPr>
            <a:picLocks noChangeAspect="1"/>
          </p:cNvPicPr>
          <p:nvPr/>
        </p:nvPicPr>
        <p:blipFill>
          <a:blip r:embed="rId1"/>
          <a:srcRect l="14" r="14"/>
          <a:stretch>
            <a:fillRect/>
          </a:stretch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开篇立论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8:35:50-d2tbq1lnfo2stf9djt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8:35:51-d2tbq1tnfo2stf9djt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2446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“产品无处不在”的陷阱：习惯的固化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19558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</p:spPr>
      </p:sp>
      <p:pic>
        <p:nvPicPr>
          <p:cNvPr id="19" name="图片 18" descr="fbee0721e12fb2e50635c9d869bbf812"/>
          <p:cNvPicPr>
            <a:picLocks noChangeAspect="1"/>
          </p:cNvPicPr>
          <p:nvPr/>
        </p:nvPicPr>
        <p:blipFill>
          <a:blip r:embed="rId1"/>
          <a:srcRect l="12961" t="10787" r="16488"/>
          <a:stretch>
            <a:fillRect/>
          </a:stretch>
        </p:blipFill>
        <p:spPr>
          <a:xfrm>
            <a:off x="7105015" y="2219325"/>
            <a:ext cx="3898900" cy="3354070"/>
          </a:xfrm>
          <a:prstGeom prst="rect">
            <a:avLst/>
          </a:prstGeom>
          <a:effectLst>
            <a:softEdge rad="177800"/>
          </a:effectLst>
        </p:spPr>
      </p:pic>
      <p:pic>
        <p:nvPicPr>
          <p:cNvPr id="20" name="图片 19" descr="d010111b5799197136ae46f226cd39fa"/>
          <p:cNvPicPr>
            <a:picLocks noChangeAspect="1"/>
          </p:cNvPicPr>
          <p:nvPr/>
        </p:nvPicPr>
        <p:blipFill>
          <a:blip r:embed="rId2"/>
          <a:srcRect l="33852" t="11958" r="32860" b="10925"/>
          <a:stretch>
            <a:fillRect/>
          </a:stretch>
        </p:blipFill>
        <p:spPr>
          <a:xfrm>
            <a:off x="4915535" y="2426970"/>
            <a:ext cx="1236345" cy="293814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21" name="图片 20" descr="fb7d3ba3bb717e83b98a160411240600~tplv-e9ol9do63j-image"/>
          <p:cNvPicPr>
            <a:picLocks noChangeAspect="1"/>
          </p:cNvPicPr>
          <p:nvPr/>
        </p:nvPicPr>
        <p:blipFill>
          <a:blip r:embed="rId3"/>
          <a:srcRect t="1154"/>
          <a:stretch>
            <a:fillRect/>
          </a:stretch>
        </p:blipFill>
        <p:spPr>
          <a:xfrm>
            <a:off x="1282065" y="2426970"/>
            <a:ext cx="2680335" cy="2938780"/>
          </a:xfrm>
          <a:prstGeom prst="rect">
            <a:avLst/>
          </a:prstGeom>
          <a:effectLst>
            <a:softEdge rad="203200"/>
          </a:effec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2446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“产品无处不在”的陷阱：习惯的固化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19558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6" name="Shape 4"/>
          <p:cNvSpPr/>
          <p:nvPr/>
        </p:nvSpPr>
        <p:spPr>
          <a:xfrm>
            <a:off x="254000" y="2705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A3A6D">
              <a:alpha val="16863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61950" y="2781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8" name="Text 6"/>
          <p:cNvSpPr/>
          <p:nvPr/>
        </p:nvSpPr>
        <p:spPr>
          <a:xfrm>
            <a:off x="850900" y="2559050"/>
            <a:ext cx="445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核心矛盾</a:t>
            </a:r>
            <a:endParaRPr lang="en-US" sz="2000" dirty="0">
              <a:solidFill>
                <a:srgbClr val="2A3A6D">
                  <a:alpha val="85098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3009900"/>
            <a:ext cx="435864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习惯是高效的基石，却是创新的天敌。我们因</a:t>
            </a:r>
            <a:r>
              <a:rPr lang="en-US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路径依赖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而停止了对“不完美”的感知。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4000" y="37719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A3A6D">
              <a:alpha val="16863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30200" y="384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87313"/>
                </a:moveTo>
                <a:cubicBezTo>
                  <a:pt x="118219" y="87313"/>
                  <a:pt x="111125" y="94407"/>
                  <a:pt x="111125" y="103188"/>
                </a:cubicBezTo>
                <a:cubicBezTo>
                  <a:pt x="111125" y="109786"/>
                  <a:pt x="105817" y="115094"/>
                  <a:pt x="99219" y="115094"/>
                </a:cubicBezTo>
                <a:cubicBezTo>
                  <a:pt x="92621" y="115094"/>
                  <a:pt x="87313" y="109786"/>
                  <a:pt x="87313" y="103188"/>
                </a:cubicBezTo>
                <a:cubicBezTo>
                  <a:pt x="87313" y="81260"/>
                  <a:pt x="105073" y="63500"/>
                  <a:pt x="127000" y="63500"/>
                </a:cubicBezTo>
                <a:cubicBezTo>
                  <a:pt x="148927" y="63500"/>
                  <a:pt x="166688" y="81260"/>
                  <a:pt x="166688" y="103188"/>
                </a:cubicBezTo>
                <a:cubicBezTo>
                  <a:pt x="166688" y="126603"/>
                  <a:pt x="148828" y="136525"/>
                  <a:pt x="138906" y="140146"/>
                </a:cubicBezTo>
                <a:lnTo>
                  <a:pt x="138906" y="142032"/>
                </a:lnTo>
                <a:cubicBezTo>
                  <a:pt x="138906" y="148630"/>
                  <a:pt x="133598" y="153938"/>
                  <a:pt x="127000" y="153938"/>
                </a:cubicBezTo>
                <a:cubicBezTo>
                  <a:pt x="120402" y="153938"/>
                  <a:pt x="115094" y="148630"/>
                  <a:pt x="115094" y="142032"/>
                </a:cubicBezTo>
                <a:lnTo>
                  <a:pt x="115094" y="138013"/>
                </a:lnTo>
                <a:cubicBezTo>
                  <a:pt x="115094" y="127843"/>
                  <a:pt x="122436" y="120551"/>
                  <a:pt x="130026" y="118070"/>
                </a:cubicBezTo>
                <a:cubicBezTo>
                  <a:pt x="133201" y="117029"/>
                  <a:pt x="136575" y="115342"/>
                  <a:pt x="139055" y="112961"/>
                </a:cubicBezTo>
                <a:cubicBezTo>
                  <a:pt x="141188" y="110877"/>
                  <a:pt x="142875" y="108000"/>
                  <a:pt x="142875" y="103237"/>
                </a:cubicBezTo>
                <a:cubicBezTo>
                  <a:pt x="142875" y="94456"/>
                  <a:pt x="135781" y="87362"/>
                  <a:pt x="127000" y="87362"/>
                </a:cubicBezTo>
                <a:close/>
                <a:moveTo>
                  <a:pt x="111125" y="182563"/>
                </a:moveTo>
                <a:cubicBezTo>
                  <a:pt x="111125" y="173801"/>
                  <a:pt x="118238" y="166688"/>
                  <a:pt x="127000" y="166688"/>
                </a:cubicBezTo>
                <a:cubicBezTo>
                  <a:pt x="135762" y="166688"/>
                  <a:pt x="142875" y="173801"/>
                  <a:pt x="142875" y="182563"/>
                </a:cubicBezTo>
                <a:cubicBezTo>
                  <a:pt x="142875" y="191324"/>
                  <a:pt x="135762" y="198438"/>
                  <a:pt x="127000" y="198438"/>
                </a:cubicBezTo>
                <a:cubicBezTo>
                  <a:pt x="118238" y="198438"/>
                  <a:pt x="111125" y="191324"/>
                  <a:pt x="111125" y="182563"/>
                </a:cubicBezTo>
                <a:close/>
              </a:path>
            </a:pathLst>
          </a:custGeom>
          <a:solidFill>
            <a:srgbClr val="EE6172"/>
          </a:solidFill>
        </p:spPr>
      </p:sp>
      <p:sp>
        <p:nvSpPr>
          <p:cNvPr id="12" name="Text 10"/>
          <p:cNvSpPr/>
          <p:nvPr/>
        </p:nvSpPr>
        <p:spPr>
          <a:xfrm>
            <a:off x="812800" y="3721100"/>
            <a:ext cx="445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关键问题</a:t>
            </a:r>
            <a:endParaRPr lang="en-US" sz="2000" dirty="0">
              <a:solidFill>
                <a:srgbClr val="2A3A6D">
                  <a:alpha val="85098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0900" y="4178300"/>
            <a:ext cx="3949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我们不再是缺乏产品，而是缺乏对现有产品“缺陷”的质疑。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4000" y="4838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A3A6D">
              <a:alpha val="16863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30200" y="4914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6" name="Text 14"/>
          <p:cNvSpPr/>
          <p:nvPr/>
        </p:nvSpPr>
        <p:spPr>
          <a:xfrm>
            <a:off x="812800" y="4787900"/>
            <a:ext cx="4419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创新起点</a:t>
            </a:r>
            <a:endParaRPr lang="en-US" sz="2000" dirty="0">
              <a:solidFill>
                <a:srgbClr val="2A3A6D">
                  <a:alpha val="85098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900" y="5245100"/>
            <a:ext cx="4419600" cy="556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创新存在于我们停止忍受“理所当然”的那一刻。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8" name="Image 0" descr="https://kimi-web-img.moonshot.cn/img/www.cartoonaday.com/1b67e057f958b203472cf37dfdd530436a25b0ad.jpg"/>
          <p:cNvPicPr>
            <a:picLocks noChangeAspect="1"/>
          </p:cNvPicPr>
          <p:nvPr/>
        </p:nvPicPr>
        <p:blipFill>
          <a:blip r:embed="rId1"/>
          <a:srcRect t="33954" b="33954"/>
          <a:stretch>
            <a:fillRect/>
          </a:stretch>
        </p:blipFill>
        <p:spPr>
          <a:xfrm>
            <a:off x="5321975" y="2438400"/>
            <a:ext cx="6769100" cy="3175000"/>
          </a:xfrm>
          <a:prstGeom prst="roundRect">
            <a:avLst>
              <a:gd name="adj" fmla="val 4800"/>
            </a:avLst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3-d2tbq2dnfo2stf9djtf0.png"/>
          <p:cNvPicPr>
            <a:picLocks noChangeAspect="1"/>
          </p:cNvPicPr>
          <p:nvPr/>
        </p:nvPicPr>
        <p:blipFill>
          <a:blip r:embed="rId1"/>
          <a:srcRect l="14" r="14"/>
          <a:stretch>
            <a:fillRect/>
          </a:stretch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27924" y="3287395"/>
            <a:ext cx="6509938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创新的双重驱动力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8:35:50-d2tbq1lnfo2stf9djt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8:35:51-d2tbq1tnfo2stf9djt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041225"/>
            <a:ext cx="604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维度一：新技术带来的“成熟果子”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2260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6" name="Text 4"/>
          <p:cNvSpPr/>
          <p:nvPr/>
        </p:nvSpPr>
        <p:spPr>
          <a:xfrm>
            <a:off x="254000" y="2514600"/>
            <a:ext cx="5638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这是一种</a:t>
            </a: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技术驱动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的创新模式，其逻辑是技术先行，寻找应用，具备颠覆性强的特点。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54000" y="36068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355600" y="37084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25500" y="3566160"/>
            <a:ext cx="4378325" cy="497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特点: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颠覆性强，从上而下，创造全新赛道。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254000" y="42164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38735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25500" y="4248785"/>
            <a:ext cx="3710940" cy="392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AI大模型、5G、高性能芯片等。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254000" y="48260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371475" y="4927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5277" y="43259"/>
                </a:moveTo>
                <a:cubicBezTo>
                  <a:pt x="159841" y="39638"/>
                  <a:pt x="162719" y="34032"/>
                  <a:pt x="162719" y="27781"/>
                </a:cubicBezTo>
                <a:cubicBezTo>
                  <a:pt x="162719" y="16818"/>
                  <a:pt x="153839" y="7938"/>
                  <a:pt x="142875" y="7938"/>
                </a:cubicBezTo>
                <a:cubicBezTo>
                  <a:pt x="131911" y="7938"/>
                  <a:pt x="123031" y="16818"/>
                  <a:pt x="123031" y="27781"/>
                </a:cubicBezTo>
                <a:cubicBezTo>
                  <a:pt x="123031" y="34032"/>
                  <a:pt x="125958" y="39638"/>
                  <a:pt x="130473" y="43259"/>
                </a:cubicBezTo>
                <a:lnTo>
                  <a:pt x="96540" y="96639"/>
                </a:lnTo>
                <a:cubicBezTo>
                  <a:pt x="91579" y="104428"/>
                  <a:pt x="81012" y="106363"/>
                  <a:pt x="73620" y="100806"/>
                </a:cubicBezTo>
                <a:lnTo>
                  <a:pt x="44103" y="78730"/>
                </a:lnTo>
                <a:cubicBezTo>
                  <a:pt x="46335" y="75555"/>
                  <a:pt x="47625" y="71636"/>
                  <a:pt x="47625" y="67469"/>
                </a:cubicBezTo>
                <a:cubicBezTo>
                  <a:pt x="47625" y="56505"/>
                  <a:pt x="38745" y="47625"/>
                  <a:pt x="27781" y="47625"/>
                </a:cubicBezTo>
                <a:cubicBezTo>
                  <a:pt x="16818" y="47625"/>
                  <a:pt x="7938" y="56505"/>
                  <a:pt x="7938" y="67469"/>
                </a:cubicBezTo>
                <a:cubicBezTo>
                  <a:pt x="7938" y="78284"/>
                  <a:pt x="16619" y="87114"/>
                  <a:pt x="27384" y="87313"/>
                </a:cubicBezTo>
                <a:lnTo>
                  <a:pt x="43557" y="195213"/>
                </a:lnTo>
                <a:cubicBezTo>
                  <a:pt x="45889" y="210741"/>
                  <a:pt x="59234" y="222250"/>
                  <a:pt x="74960" y="222250"/>
                </a:cubicBezTo>
                <a:lnTo>
                  <a:pt x="210790" y="222250"/>
                </a:lnTo>
                <a:cubicBezTo>
                  <a:pt x="226516" y="222250"/>
                  <a:pt x="239861" y="210741"/>
                  <a:pt x="242193" y="195213"/>
                </a:cubicBezTo>
                <a:lnTo>
                  <a:pt x="258366" y="87313"/>
                </a:lnTo>
                <a:cubicBezTo>
                  <a:pt x="269131" y="87114"/>
                  <a:pt x="277813" y="78284"/>
                  <a:pt x="277813" y="67469"/>
                </a:cubicBezTo>
                <a:cubicBezTo>
                  <a:pt x="277813" y="56505"/>
                  <a:pt x="268932" y="47625"/>
                  <a:pt x="257969" y="47625"/>
                </a:cubicBezTo>
                <a:cubicBezTo>
                  <a:pt x="247005" y="47625"/>
                  <a:pt x="238125" y="56505"/>
                  <a:pt x="238125" y="67469"/>
                </a:cubicBezTo>
                <a:cubicBezTo>
                  <a:pt x="238125" y="71636"/>
                  <a:pt x="239415" y="75555"/>
                  <a:pt x="241647" y="78730"/>
                </a:cubicBezTo>
                <a:lnTo>
                  <a:pt x="212179" y="100856"/>
                </a:lnTo>
                <a:cubicBezTo>
                  <a:pt x="204788" y="106412"/>
                  <a:pt x="194221" y="104477"/>
                  <a:pt x="189260" y="96689"/>
                </a:cubicBezTo>
                <a:lnTo>
                  <a:pt x="155277" y="43259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825500" y="4886960"/>
            <a:ext cx="435800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“上帝视角”的创新，是</a:t>
            </a:r>
            <a:r>
              <a:rPr lang="en-US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力量的胜利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6" name="Image 0" descr="https://kimi-web-img.moonshot.cn/img/thumbs.dreamstime.com/6518761419751e677c44ed787e67e70364024797.jpg"/>
          <p:cNvPicPr>
            <a:picLocks noChangeAspect="1"/>
          </p:cNvPicPr>
          <p:nvPr/>
        </p:nvPicPr>
        <p:blipFill>
          <a:blip r:embed="rId10"/>
          <a:srcRect t="123" b="123"/>
          <a:stretch>
            <a:fillRect/>
          </a:stretch>
        </p:blipFill>
        <p:spPr>
          <a:xfrm>
            <a:off x="6299168" y="1879917"/>
            <a:ext cx="5638800" cy="406400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8755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web-img.moonshot.cn/img/img95.699pic.com/cd13a06751813536cbc6526685a426c391c5e48d.jpg"/>
          <p:cNvPicPr>
            <a:picLocks noChangeAspect="1"/>
          </p:cNvPicPr>
          <p:nvPr/>
        </p:nvPicPr>
        <p:blipFill>
          <a:blip r:embed="rId1"/>
          <a:srcRect l="3777" r="3777"/>
          <a:stretch>
            <a:fillRect/>
          </a:stretch>
        </p:blipFill>
        <p:spPr>
          <a:xfrm>
            <a:off x="118834" y="1447800"/>
            <a:ext cx="5638800" cy="4064000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06836" y="847607"/>
            <a:ext cx="598516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维度二：特定场景下的“痛点挖掘”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99200" y="2133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7" name="Text 4"/>
          <p:cNvSpPr/>
          <p:nvPr/>
        </p:nvSpPr>
        <p:spPr>
          <a:xfrm>
            <a:off x="6299200" y="2387600"/>
            <a:ext cx="5638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这是一种</a:t>
            </a: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场景驱动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的创新模式，其逻辑是需求先行，寻找技术组合，优化用户体验。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299200" y="32004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32550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6870700" y="3348990"/>
            <a:ext cx="4365625" cy="140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特点: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渐进性强，从下而上，优化用户体验</a:t>
            </a: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6299200" y="38100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6432550" y="391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-15875"/>
                </a:moveTo>
                <a:cubicBezTo>
                  <a:pt x="135781" y="-15875"/>
                  <a:pt x="142875" y="-8781"/>
                  <a:pt x="142875" y="0"/>
                </a:cubicBezTo>
                <a:lnTo>
                  <a:pt x="142875" y="992"/>
                </a:lnTo>
                <a:cubicBezTo>
                  <a:pt x="205532" y="8781"/>
                  <a:pt x="254000" y="62260"/>
                  <a:pt x="254000" y="127000"/>
                </a:cubicBezTo>
                <a:cubicBezTo>
                  <a:pt x="254000" y="128885"/>
                  <a:pt x="253950" y="130721"/>
                  <a:pt x="253901" y="132606"/>
                </a:cubicBezTo>
                <a:cubicBezTo>
                  <a:pt x="253752" y="136029"/>
                  <a:pt x="251420" y="138956"/>
                  <a:pt x="248096" y="139898"/>
                </a:cubicBezTo>
                <a:cubicBezTo>
                  <a:pt x="244773" y="140841"/>
                  <a:pt x="241250" y="139551"/>
                  <a:pt x="239365" y="136674"/>
                </a:cubicBezTo>
                <a:cubicBezTo>
                  <a:pt x="232221" y="126057"/>
                  <a:pt x="220117" y="119063"/>
                  <a:pt x="206375" y="119063"/>
                </a:cubicBezTo>
                <a:cubicBezTo>
                  <a:pt x="191839" y="119063"/>
                  <a:pt x="179139" y="126851"/>
                  <a:pt x="172194" y="138559"/>
                </a:cubicBezTo>
                <a:cubicBezTo>
                  <a:pt x="170855" y="140841"/>
                  <a:pt x="168424" y="142329"/>
                  <a:pt x="165745" y="142429"/>
                </a:cubicBezTo>
                <a:cubicBezTo>
                  <a:pt x="163066" y="142528"/>
                  <a:pt x="160536" y="141337"/>
                  <a:pt x="158948" y="139204"/>
                </a:cubicBezTo>
                <a:cubicBezTo>
                  <a:pt x="151705" y="129381"/>
                  <a:pt x="140097" y="123031"/>
                  <a:pt x="126950" y="123031"/>
                </a:cubicBezTo>
                <a:cubicBezTo>
                  <a:pt x="113804" y="123031"/>
                  <a:pt x="102195" y="129381"/>
                  <a:pt x="94952" y="139204"/>
                </a:cubicBezTo>
                <a:cubicBezTo>
                  <a:pt x="93365" y="141337"/>
                  <a:pt x="90835" y="142577"/>
                  <a:pt x="88156" y="142429"/>
                </a:cubicBezTo>
                <a:cubicBezTo>
                  <a:pt x="85477" y="142280"/>
                  <a:pt x="83096" y="140841"/>
                  <a:pt x="81707" y="138559"/>
                </a:cubicBezTo>
                <a:cubicBezTo>
                  <a:pt x="74761" y="126851"/>
                  <a:pt x="62061" y="119063"/>
                  <a:pt x="47526" y="119063"/>
                </a:cubicBezTo>
                <a:cubicBezTo>
                  <a:pt x="33784" y="119063"/>
                  <a:pt x="21679" y="126057"/>
                  <a:pt x="14536" y="136674"/>
                </a:cubicBezTo>
                <a:cubicBezTo>
                  <a:pt x="12601" y="139502"/>
                  <a:pt x="9079" y="140841"/>
                  <a:pt x="5804" y="139898"/>
                </a:cubicBezTo>
                <a:cubicBezTo>
                  <a:pt x="2530" y="138956"/>
                  <a:pt x="248" y="136029"/>
                  <a:pt x="99" y="132606"/>
                </a:cubicBezTo>
                <a:cubicBezTo>
                  <a:pt x="50" y="130721"/>
                  <a:pt x="0" y="128885"/>
                  <a:pt x="0" y="127000"/>
                </a:cubicBezTo>
                <a:cubicBezTo>
                  <a:pt x="0" y="62260"/>
                  <a:pt x="48468" y="8781"/>
                  <a:pt x="111125" y="992"/>
                </a:cubicBezTo>
                <a:lnTo>
                  <a:pt x="111125" y="0"/>
                </a:lnTo>
                <a:cubicBezTo>
                  <a:pt x="111125" y="-8781"/>
                  <a:pt x="118219" y="-15875"/>
                  <a:pt x="127000" y="-15875"/>
                </a:cubicBezTo>
                <a:close/>
                <a:moveTo>
                  <a:pt x="142875" y="162719"/>
                </a:moveTo>
                <a:lnTo>
                  <a:pt x="142875" y="213618"/>
                </a:lnTo>
                <a:cubicBezTo>
                  <a:pt x="142875" y="235942"/>
                  <a:pt x="124768" y="254000"/>
                  <a:pt x="102493" y="254000"/>
                </a:cubicBezTo>
                <a:cubicBezTo>
                  <a:pt x="87213" y="254000"/>
                  <a:pt x="73223" y="245368"/>
                  <a:pt x="66377" y="231676"/>
                </a:cubicBezTo>
                <a:lnTo>
                  <a:pt x="65236" y="229344"/>
                </a:lnTo>
                <a:cubicBezTo>
                  <a:pt x="61317" y="221506"/>
                  <a:pt x="64492" y="211981"/>
                  <a:pt x="72330" y="208062"/>
                </a:cubicBezTo>
                <a:cubicBezTo>
                  <a:pt x="80169" y="204143"/>
                  <a:pt x="89694" y="207318"/>
                  <a:pt x="93613" y="215156"/>
                </a:cubicBezTo>
                <a:lnTo>
                  <a:pt x="94754" y="217488"/>
                </a:lnTo>
                <a:cubicBezTo>
                  <a:pt x="96242" y="220414"/>
                  <a:pt x="99219" y="222250"/>
                  <a:pt x="102493" y="222250"/>
                </a:cubicBezTo>
                <a:cubicBezTo>
                  <a:pt x="107255" y="222250"/>
                  <a:pt x="111125" y="218380"/>
                  <a:pt x="111125" y="213618"/>
                </a:cubicBezTo>
                <a:lnTo>
                  <a:pt x="111125" y="162719"/>
                </a:lnTo>
                <a:cubicBezTo>
                  <a:pt x="111125" y="153938"/>
                  <a:pt x="118219" y="146844"/>
                  <a:pt x="127000" y="146844"/>
                </a:cubicBezTo>
                <a:cubicBezTo>
                  <a:pt x="135781" y="146844"/>
                  <a:pt x="142875" y="153938"/>
                  <a:pt x="142875" y="162719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6870700" y="3976370"/>
            <a:ext cx="397065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反向折叠伞、模块化外卖盒</a:t>
            </a: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6299200" y="44196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01599" y="0"/>
                </a:moveTo>
                <a:lnTo>
                  <a:pt x="5537201" y="0"/>
                </a:lnTo>
                <a:cubicBezTo>
                  <a:pt x="5593313" y="0"/>
                  <a:pt x="5638800" y="45487"/>
                  <a:pt x="5638800" y="101599"/>
                </a:cubicBezTo>
                <a:lnTo>
                  <a:pt x="5638800" y="355601"/>
                </a:lnTo>
                <a:cubicBezTo>
                  <a:pt x="5638800" y="411713"/>
                  <a:pt x="5593313" y="457200"/>
                  <a:pt x="553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5" name="Shape 12"/>
          <p:cNvSpPr/>
          <p:nvPr>
            <p:custDataLst>
              <p:tags r:id="rId9"/>
            </p:custDataLst>
          </p:nvPr>
        </p:nvSpPr>
        <p:spPr>
          <a:xfrm>
            <a:off x="6432550" y="452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0422" y="0"/>
                </a:moveTo>
                <a:cubicBezTo>
                  <a:pt x="209947" y="0"/>
                  <a:pt x="219075" y="3770"/>
                  <a:pt x="225772" y="10517"/>
                </a:cubicBezTo>
                <a:lnTo>
                  <a:pt x="243483" y="28228"/>
                </a:lnTo>
                <a:cubicBezTo>
                  <a:pt x="250230" y="34925"/>
                  <a:pt x="254000" y="44053"/>
                  <a:pt x="254000" y="53578"/>
                </a:cubicBezTo>
                <a:cubicBezTo>
                  <a:pt x="254000" y="63103"/>
                  <a:pt x="250230" y="72231"/>
                  <a:pt x="243483" y="78929"/>
                </a:cubicBezTo>
                <a:lnTo>
                  <a:pt x="221208" y="101203"/>
                </a:lnTo>
                <a:lnTo>
                  <a:pt x="152797" y="32792"/>
                </a:lnTo>
                <a:lnTo>
                  <a:pt x="175071" y="10517"/>
                </a:lnTo>
                <a:cubicBezTo>
                  <a:pt x="181769" y="3770"/>
                  <a:pt x="190897" y="0"/>
                  <a:pt x="200422" y="0"/>
                </a:cubicBezTo>
                <a:close/>
                <a:moveTo>
                  <a:pt x="29220" y="156319"/>
                </a:moveTo>
                <a:lnTo>
                  <a:pt x="135979" y="49609"/>
                </a:lnTo>
                <a:lnTo>
                  <a:pt x="204391" y="118021"/>
                </a:lnTo>
                <a:lnTo>
                  <a:pt x="97681" y="224780"/>
                </a:lnTo>
                <a:cubicBezTo>
                  <a:pt x="92373" y="230088"/>
                  <a:pt x="85725" y="233958"/>
                  <a:pt x="78482" y="235992"/>
                </a:cubicBezTo>
                <a:lnTo>
                  <a:pt x="15081" y="253554"/>
                </a:lnTo>
                <a:cubicBezTo>
                  <a:pt x="10964" y="254695"/>
                  <a:pt x="6499" y="253554"/>
                  <a:pt x="3473" y="250478"/>
                </a:cubicBezTo>
                <a:cubicBezTo>
                  <a:pt x="446" y="247402"/>
                  <a:pt x="-744" y="242987"/>
                  <a:pt x="397" y="238869"/>
                </a:cubicBezTo>
                <a:lnTo>
                  <a:pt x="18058" y="175518"/>
                </a:lnTo>
                <a:cubicBezTo>
                  <a:pt x="20092" y="168275"/>
                  <a:pt x="23912" y="161677"/>
                  <a:pt x="29270" y="156319"/>
                </a:cubicBezTo>
                <a:close/>
                <a:moveTo>
                  <a:pt x="111820" y="40084"/>
                </a:moveTo>
                <a:lnTo>
                  <a:pt x="40084" y="111820"/>
                </a:lnTo>
                <a:lnTo>
                  <a:pt x="5804" y="77539"/>
                </a:lnTo>
                <a:cubicBezTo>
                  <a:pt x="-1935" y="69800"/>
                  <a:pt x="-1935" y="57249"/>
                  <a:pt x="5804" y="49461"/>
                </a:cubicBezTo>
                <a:lnTo>
                  <a:pt x="49461" y="5804"/>
                </a:lnTo>
                <a:cubicBezTo>
                  <a:pt x="57200" y="-1935"/>
                  <a:pt x="69751" y="-1935"/>
                  <a:pt x="77539" y="5804"/>
                </a:cubicBezTo>
                <a:lnTo>
                  <a:pt x="80466" y="8731"/>
                </a:lnTo>
                <a:lnTo>
                  <a:pt x="52536" y="36661"/>
                </a:lnTo>
                <a:cubicBezTo>
                  <a:pt x="48667" y="40531"/>
                  <a:pt x="48667" y="46831"/>
                  <a:pt x="52536" y="50701"/>
                </a:cubicBezTo>
                <a:cubicBezTo>
                  <a:pt x="56406" y="54570"/>
                  <a:pt x="62706" y="54570"/>
                  <a:pt x="66576" y="50701"/>
                </a:cubicBezTo>
                <a:lnTo>
                  <a:pt x="94506" y="22771"/>
                </a:lnTo>
                <a:lnTo>
                  <a:pt x="111820" y="40084"/>
                </a:lnTo>
                <a:close/>
                <a:moveTo>
                  <a:pt x="213916" y="142180"/>
                </a:moveTo>
                <a:lnTo>
                  <a:pt x="231229" y="159494"/>
                </a:lnTo>
                <a:lnTo>
                  <a:pt x="203299" y="187424"/>
                </a:lnTo>
                <a:cubicBezTo>
                  <a:pt x="199430" y="191294"/>
                  <a:pt x="199430" y="197594"/>
                  <a:pt x="203299" y="201464"/>
                </a:cubicBezTo>
                <a:cubicBezTo>
                  <a:pt x="207169" y="205333"/>
                  <a:pt x="213469" y="205333"/>
                  <a:pt x="217339" y="201464"/>
                </a:cubicBezTo>
                <a:lnTo>
                  <a:pt x="245269" y="173534"/>
                </a:lnTo>
                <a:lnTo>
                  <a:pt x="248196" y="176461"/>
                </a:lnTo>
                <a:cubicBezTo>
                  <a:pt x="255935" y="184200"/>
                  <a:pt x="255935" y="196751"/>
                  <a:pt x="248196" y="204539"/>
                </a:cubicBezTo>
                <a:lnTo>
                  <a:pt x="204539" y="248196"/>
                </a:lnTo>
                <a:cubicBezTo>
                  <a:pt x="196800" y="255935"/>
                  <a:pt x="184249" y="255935"/>
                  <a:pt x="176461" y="248196"/>
                </a:cubicBezTo>
                <a:lnTo>
                  <a:pt x="142180" y="213916"/>
                </a:lnTo>
                <a:lnTo>
                  <a:pt x="213916" y="14218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6870700" y="4478655"/>
            <a:ext cx="4444365" cy="296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定位: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“用户视角”的创新，是</a:t>
            </a:r>
            <a:r>
              <a:rPr lang="en-US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设计的胜利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611008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融合：最伟大的创新是两者的交集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1423245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用最新的技术，去解决最古老的人类痛点</a:t>
            </a:r>
            <a:endParaRPr lang="en-US" sz="2000" dirty="0">
              <a:solidFill>
                <a:srgbClr val="6981A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38500" y="1993900"/>
            <a:ext cx="5613400" cy="3073400"/>
          </a:xfrm>
          <a:custGeom>
            <a:avLst/>
            <a:gdLst/>
            <a:ahLst/>
            <a:cxnLst/>
            <a:rect l="l" t="t" r="r" b="b"/>
            <a:pathLst>
              <a:path w="5613400" h="3073400">
                <a:moveTo>
                  <a:pt x="1536700" y="0"/>
                </a:moveTo>
                <a:lnTo>
                  <a:pt x="4076700" y="0"/>
                </a:lnTo>
                <a:cubicBezTo>
                  <a:pt x="4924828" y="0"/>
                  <a:pt x="5613400" y="688572"/>
                  <a:pt x="5613400" y="1536700"/>
                </a:cubicBezTo>
                <a:lnTo>
                  <a:pt x="5613400" y="1536700"/>
                </a:lnTo>
                <a:cubicBezTo>
                  <a:pt x="5613400" y="2384828"/>
                  <a:pt x="4924828" y="3073400"/>
                  <a:pt x="4076700" y="3073400"/>
                </a:cubicBezTo>
                <a:lnTo>
                  <a:pt x="1536700" y="3073400"/>
                </a:lnTo>
                <a:cubicBezTo>
                  <a:pt x="688572" y="3073400"/>
                  <a:pt x="0" y="2384828"/>
                  <a:pt x="0" y="1536700"/>
                </a:cubicBezTo>
                <a:lnTo>
                  <a:pt x="0" y="1536700"/>
                </a:lnTo>
                <a:cubicBezTo>
                  <a:pt x="0" y="688572"/>
                  <a:pt x="688572" y="0"/>
                  <a:pt x="15367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CCA4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59200" y="2565400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2032000" h="2032000">
                <a:moveTo>
                  <a:pt x="1016000" y="0"/>
                </a:moveTo>
                <a:lnTo>
                  <a:pt x="1016000" y="0"/>
                </a:lnTo>
                <a:cubicBezTo>
                  <a:pt x="1576746" y="0"/>
                  <a:pt x="2032000" y="455254"/>
                  <a:pt x="2032000" y="1016000"/>
                </a:cubicBezTo>
                <a:lnTo>
                  <a:pt x="2032000" y="1016000"/>
                </a:lnTo>
                <a:cubicBezTo>
                  <a:pt x="2032000" y="1576746"/>
                  <a:pt x="1576746" y="2032000"/>
                  <a:pt x="1016000" y="2032000"/>
                </a:cubicBezTo>
                <a:lnTo>
                  <a:pt x="1016000" y="2032000"/>
                </a:lnTo>
                <a:cubicBezTo>
                  <a:pt x="455254" y="2032000"/>
                  <a:pt x="0" y="1576746"/>
                  <a:pt x="0" y="1016000"/>
                </a:cubicBezTo>
                <a:lnTo>
                  <a:pt x="0" y="1016000"/>
                </a:lnTo>
                <a:cubicBezTo>
                  <a:pt x="0" y="455254"/>
                  <a:pt x="455254" y="0"/>
                  <a:pt x="1016000" y="0"/>
                </a:cubicBezTo>
                <a:close/>
              </a:path>
            </a:pathLst>
          </a:custGeom>
          <a:solidFill>
            <a:srgbClr val="2A3A6D">
              <a:alpha val="85098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46600" y="302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4013200" y="3581400"/>
            <a:ext cx="152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技术驱动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7206" y="3937000"/>
            <a:ext cx="914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(果子)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565400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2032000" h="2032000">
                <a:moveTo>
                  <a:pt x="1016000" y="0"/>
                </a:moveTo>
                <a:lnTo>
                  <a:pt x="1016000" y="0"/>
                </a:lnTo>
                <a:cubicBezTo>
                  <a:pt x="1576746" y="0"/>
                  <a:pt x="2032000" y="455254"/>
                  <a:pt x="2032000" y="1016000"/>
                </a:cubicBezTo>
                <a:lnTo>
                  <a:pt x="2032000" y="1016000"/>
                </a:lnTo>
                <a:cubicBezTo>
                  <a:pt x="2032000" y="1576746"/>
                  <a:pt x="1576746" y="2032000"/>
                  <a:pt x="1016000" y="2032000"/>
                </a:cubicBezTo>
                <a:lnTo>
                  <a:pt x="1016000" y="2032000"/>
                </a:lnTo>
                <a:cubicBezTo>
                  <a:pt x="455254" y="2032000"/>
                  <a:pt x="0" y="1576746"/>
                  <a:pt x="0" y="1016000"/>
                </a:cubicBezTo>
                <a:lnTo>
                  <a:pt x="0" y="1016000"/>
                </a:lnTo>
                <a:cubicBezTo>
                  <a:pt x="0" y="455254"/>
                  <a:pt x="455254" y="0"/>
                  <a:pt x="1016000" y="0"/>
                </a:cubicBezTo>
                <a:close/>
              </a:path>
            </a:pathLst>
          </a:custGeom>
          <a:solidFill>
            <a:srgbClr val="6981A4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59625" y="3022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6654800" y="3581400"/>
            <a:ext cx="152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场景驱动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8806" y="3937000"/>
            <a:ext cx="914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(痛点)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400" y="5461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06400" y="56134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案例：</a:t>
            </a: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共享单车系统 = 物联网技术(果子) + 城市“最后一公里”痛点</a:t>
            </a:r>
            <a:endParaRPr lang="en-US" dirty="0">
              <a:solidFill>
                <a:srgbClr val="2A3A6D">
                  <a:alpha val="85098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83200" y="27686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solidFill>
            <a:srgbClr val="FCCA45"/>
          </a:soli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4863" y="3238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253159"/>
          </a:solidFill>
        </p:spPr>
      </p:sp>
      <p:sp>
        <p:nvSpPr>
          <p:cNvPr id="19" name="Text 17"/>
          <p:cNvSpPr/>
          <p:nvPr/>
        </p:nvSpPr>
        <p:spPr>
          <a:xfrm>
            <a:off x="5740400" y="36703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伟大产品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3-d2tbq2dnfo2stf9djtf0.png"/>
          <p:cNvPicPr>
            <a:picLocks noChangeAspect="1"/>
          </p:cNvPicPr>
          <p:nvPr/>
        </p:nvPicPr>
        <p:blipFill>
          <a:blip r:embed="rId1"/>
          <a:srcRect l="14" r="14"/>
          <a:stretch>
            <a:fillRect/>
          </a:stretch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设计方法论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8:35:50-d2tbq1lnfo2stf9djt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8:35:51-d2tbq1tnfo2stf9djt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905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微小痛点的显微镜：四步分析法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4638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目标：从“忍受”中提炼出“需求”，将零散观察转化为可验证的创新方案。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40640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6981A4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49250" y="39370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6981A4"/>
          </a:solidFill>
        </p:spPr>
      </p:sp>
      <p:sp>
        <p:nvSpPr>
          <p:cNvPr id="8" name="Shape 6"/>
          <p:cNvSpPr/>
          <p:nvPr/>
        </p:nvSpPr>
        <p:spPr>
          <a:xfrm>
            <a:off x="6000750" y="39370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6981A4"/>
          </a:solidFill>
        </p:spPr>
      </p:sp>
      <p:sp>
        <p:nvSpPr>
          <p:cNvPr id="9" name="Shape 7"/>
          <p:cNvSpPr/>
          <p:nvPr/>
        </p:nvSpPr>
        <p:spPr>
          <a:xfrm>
            <a:off x="11652250" y="39370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6981A4"/>
          </a:solidFill>
        </p:spPr>
      </p:sp>
      <p:sp>
        <p:nvSpPr>
          <p:cNvPr id="10" name="Shape 8"/>
          <p:cNvSpPr/>
          <p:nvPr/>
        </p:nvSpPr>
        <p:spPr>
          <a:xfrm>
            <a:off x="1257300" y="32258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2A3A6D">
              <a:alpha val="85098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38300" y="3606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1507728" y="4597400"/>
            <a:ext cx="123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移情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76700" y="32258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6981A4"/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9125" y="36068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-4465" y="105370"/>
                </a:moveTo>
                <a:lnTo>
                  <a:pt x="20985" y="249763"/>
                </a:lnTo>
                <a:cubicBezTo>
                  <a:pt x="33486" y="320754"/>
                  <a:pt x="89118" y="376386"/>
                  <a:pt x="160109" y="388888"/>
                </a:cubicBezTo>
                <a:lnTo>
                  <a:pt x="171450" y="390852"/>
                </a:lnTo>
                <a:cubicBezTo>
                  <a:pt x="156716" y="365314"/>
                  <a:pt x="147251" y="336649"/>
                  <a:pt x="144125" y="306467"/>
                </a:cubicBezTo>
                <a:lnTo>
                  <a:pt x="122605" y="310307"/>
                </a:lnTo>
                <a:cubicBezTo>
                  <a:pt x="113943" y="311825"/>
                  <a:pt x="105817" y="305127"/>
                  <a:pt x="107513" y="296466"/>
                </a:cubicBezTo>
                <a:cubicBezTo>
                  <a:pt x="111800" y="274409"/>
                  <a:pt x="124569" y="254853"/>
                  <a:pt x="142964" y="242084"/>
                </a:cubicBezTo>
                <a:lnTo>
                  <a:pt x="142964" y="175468"/>
                </a:lnTo>
                <a:cubicBezTo>
                  <a:pt x="141714" y="176183"/>
                  <a:pt x="140285" y="176629"/>
                  <a:pt x="138767" y="176897"/>
                </a:cubicBezTo>
                <a:lnTo>
                  <a:pt x="82510" y="186809"/>
                </a:lnTo>
                <a:cubicBezTo>
                  <a:pt x="74741" y="188149"/>
                  <a:pt x="67062" y="182880"/>
                  <a:pt x="68312" y="175111"/>
                </a:cubicBezTo>
                <a:cubicBezTo>
                  <a:pt x="71080" y="157609"/>
                  <a:pt x="84743" y="142964"/>
                  <a:pt x="103227" y="139660"/>
                </a:cubicBezTo>
                <a:cubicBezTo>
                  <a:pt x="118586" y="136981"/>
                  <a:pt x="133499" y="142786"/>
                  <a:pt x="143054" y="153769"/>
                </a:cubicBezTo>
                <a:lnTo>
                  <a:pt x="143054" y="133499"/>
                </a:lnTo>
                <a:cubicBezTo>
                  <a:pt x="143054" y="113407"/>
                  <a:pt x="149215" y="86707"/>
                  <a:pt x="171896" y="67955"/>
                </a:cubicBezTo>
                <a:cubicBezTo>
                  <a:pt x="195114" y="48756"/>
                  <a:pt x="232350" y="28754"/>
                  <a:pt x="283428" y="19556"/>
                </a:cubicBezTo>
                <a:cubicBezTo>
                  <a:pt x="256193" y="5001"/>
                  <a:pt x="206365" y="-9019"/>
                  <a:pt x="137160" y="3125"/>
                </a:cubicBezTo>
                <a:cubicBezTo>
                  <a:pt x="65455" y="15806"/>
                  <a:pt x="22860" y="47863"/>
                  <a:pt x="3125" y="71080"/>
                </a:cubicBezTo>
                <a:cubicBezTo>
                  <a:pt x="-4911" y="80456"/>
                  <a:pt x="-6519" y="93315"/>
                  <a:pt x="-4376" y="105460"/>
                </a:cubicBezTo>
                <a:close/>
                <a:moveTo>
                  <a:pt x="185738" y="123855"/>
                </a:moveTo>
                <a:lnTo>
                  <a:pt x="185738" y="279946"/>
                </a:lnTo>
                <a:cubicBezTo>
                  <a:pt x="185738" y="352008"/>
                  <a:pt x="230832" y="416481"/>
                  <a:pt x="298609" y="441037"/>
                </a:cubicBezTo>
                <a:lnTo>
                  <a:pt x="323344" y="450056"/>
                </a:lnTo>
                <a:cubicBezTo>
                  <a:pt x="335935" y="454610"/>
                  <a:pt x="349776" y="454610"/>
                  <a:pt x="362367" y="450056"/>
                </a:cubicBezTo>
                <a:lnTo>
                  <a:pt x="387191" y="441127"/>
                </a:lnTo>
                <a:cubicBezTo>
                  <a:pt x="454968" y="416481"/>
                  <a:pt x="500063" y="352098"/>
                  <a:pt x="500063" y="279946"/>
                </a:cubicBezTo>
                <a:lnTo>
                  <a:pt x="500063" y="123855"/>
                </a:lnTo>
                <a:cubicBezTo>
                  <a:pt x="500063" y="117693"/>
                  <a:pt x="498187" y="111532"/>
                  <a:pt x="493812" y="107246"/>
                </a:cubicBezTo>
                <a:cubicBezTo>
                  <a:pt x="473631" y="87154"/>
                  <a:pt x="423982" y="57239"/>
                  <a:pt x="342900" y="57239"/>
                </a:cubicBezTo>
                <a:cubicBezTo>
                  <a:pt x="261818" y="57239"/>
                  <a:pt x="212169" y="87243"/>
                  <a:pt x="191988" y="107246"/>
                </a:cubicBezTo>
                <a:cubicBezTo>
                  <a:pt x="187613" y="111621"/>
                  <a:pt x="185738" y="117693"/>
                  <a:pt x="185738" y="123855"/>
                </a:cubicBezTo>
                <a:close/>
                <a:moveTo>
                  <a:pt x="244763" y="290929"/>
                </a:moveTo>
                <a:cubicBezTo>
                  <a:pt x="243513" y="284678"/>
                  <a:pt x="251014" y="281107"/>
                  <a:pt x="256103" y="285036"/>
                </a:cubicBezTo>
                <a:cubicBezTo>
                  <a:pt x="280124" y="303431"/>
                  <a:pt x="310217" y="314414"/>
                  <a:pt x="342900" y="314414"/>
                </a:cubicBezTo>
                <a:cubicBezTo>
                  <a:pt x="375583" y="314414"/>
                  <a:pt x="405586" y="303431"/>
                  <a:pt x="429697" y="285036"/>
                </a:cubicBezTo>
                <a:cubicBezTo>
                  <a:pt x="434786" y="281107"/>
                  <a:pt x="442287" y="284678"/>
                  <a:pt x="441037" y="290929"/>
                </a:cubicBezTo>
                <a:cubicBezTo>
                  <a:pt x="432018" y="336828"/>
                  <a:pt x="391478" y="371564"/>
                  <a:pt x="342900" y="371564"/>
                </a:cubicBezTo>
                <a:cubicBezTo>
                  <a:pt x="294323" y="371564"/>
                  <a:pt x="253782" y="336917"/>
                  <a:pt x="244763" y="290929"/>
                </a:cubicBezTo>
                <a:close/>
                <a:moveTo>
                  <a:pt x="245209" y="200293"/>
                </a:moveTo>
                <a:cubicBezTo>
                  <a:pt x="251103" y="183505"/>
                  <a:pt x="266998" y="171450"/>
                  <a:pt x="285750" y="171450"/>
                </a:cubicBezTo>
                <a:cubicBezTo>
                  <a:pt x="304502" y="171450"/>
                  <a:pt x="320486" y="183505"/>
                  <a:pt x="326291" y="200293"/>
                </a:cubicBezTo>
                <a:cubicBezTo>
                  <a:pt x="328880" y="207794"/>
                  <a:pt x="322272" y="214313"/>
                  <a:pt x="314325" y="214313"/>
                </a:cubicBezTo>
                <a:lnTo>
                  <a:pt x="257175" y="214313"/>
                </a:lnTo>
                <a:cubicBezTo>
                  <a:pt x="249317" y="214313"/>
                  <a:pt x="242620" y="207705"/>
                  <a:pt x="245209" y="200293"/>
                </a:cubicBezTo>
                <a:close/>
                <a:moveTo>
                  <a:pt x="428625" y="214313"/>
                </a:moveTo>
                <a:lnTo>
                  <a:pt x="371475" y="214313"/>
                </a:lnTo>
                <a:cubicBezTo>
                  <a:pt x="363617" y="214313"/>
                  <a:pt x="356920" y="207705"/>
                  <a:pt x="359509" y="200293"/>
                </a:cubicBezTo>
                <a:cubicBezTo>
                  <a:pt x="365314" y="183505"/>
                  <a:pt x="381298" y="171450"/>
                  <a:pt x="400050" y="171450"/>
                </a:cubicBezTo>
                <a:cubicBezTo>
                  <a:pt x="418802" y="171450"/>
                  <a:pt x="434786" y="183505"/>
                  <a:pt x="440591" y="200293"/>
                </a:cubicBezTo>
                <a:cubicBezTo>
                  <a:pt x="443180" y="207794"/>
                  <a:pt x="436572" y="214313"/>
                  <a:pt x="428625" y="2143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4327128" y="4597400"/>
            <a:ext cx="123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情绪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96100" y="32258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CCA45"/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77100" y="3606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253159"/>
          </a:solidFill>
        </p:spPr>
      </p:sp>
      <p:sp>
        <p:nvSpPr>
          <p:cNvPr id="18" name="Text 16"/>
          <p:cNvSpPr/>
          <p:nvPr/>
        </p:nvSpPr>
        <p:spPr>
          <a:xfrm>
            <a:off x="7146528" y="4597400"/>
            <a:ext cx="123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CCA4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行为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15500" y="32258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EE6172"/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96500" y="3606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851628" y="4597400"/>
            <a:ext cx="146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617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优先级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 1 &amp; 2：理解深层感受与情绪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1016000"/>
            <a:ext cx="5689600" cy="5588000"/>
          </a:xfrm>
          <a:custGeom>
            <a:avLst/>
            <a:gdLst/>
            <a:ahLst/>
            <a:cxnLst/>
            <a:rect l="l" t="t" r="r" b="b"/>
            <a:pathLst>
              <a:path w="5689600" h="5588000">
                <a:moveTo>
                  <a:pt x="152385" y="0"/>
                </a:moveTo>
                <a:lnTo>
                  <a:pt x="5537215" y="0"/>
                </a:lnTo>
                <a:cubicBezTo>
                  <a:pt x="5621375" y="0"/>
                  <a:pt x="5689600" y="68225"/>
                  <a:pt x="5689600" y="152385"/>
                </a:cubicBezTo>
                <a:lnTo>
                  <a:pt x="5689600" y="5435615"/>
                </a:lnTo>
                <a:cubicBezTo>
                  <a:pt x="5689600" y="5519775"/>
                  <a:pt x="5621375" y="5588000"/>
                  <a:pt x="5537215" y="5588000"/>
                </a:cubicBezTo>
                <a:lnTo>
                  <a:pt x="152385" y="5588000"/>
                </a:lnTo>
                <a:cubicBezTo>
                  <a:pt x="68225" y="5588000"/>
                  <a:pt x="0" y="5519775"/>
                  <a:pt x="0" y="5435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457200" y="1219200"/>
            <a:ext cx="579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移情图 (Empathy Map)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579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深入理解用户所思、所见、所说、所做，区分行为与动机。</a:t>
            </a:r>
            <a:endParaRPr lang="en-US" sz="1600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082800"/>
            <a:ext cx="2590800" cy="2108200"/>
          </a:xfrm>
          <a:custGeom>
            <a:avLst/>
            <a:gdLst/>
            <a:ahLst/>
            <a:cxnLst/>
            <a:rect l="l" t="t" r="r" b="b"/>
            <a:pathLst>
              <a:path w="2590800" h="2108200">
                <a:moveTo>
                  <a:pt x="50808" y="0"/>
                </a:moveTo>
                <a:lnTo>
                  <a:pt x="2539992" y="0"/>
                </a:lnTo>
                <a:cubicBezTo>
                  <a:pt x="2568053" y="0"/>
                  <a:pt x="2590800" y="22747"/>
                  <a:pt x="2590800" y="50808"/>
                </a:cubicBezTo>
                <a:lnTo>
                  <a:pt x="2590800" y="2057392"/>
                </a:lnTo>
                <a:cubicBezTo>
                  <a:pt x="2590800" y="2085453"/>
                  <a:pt x="2568053" y="2108200"/>
                  <a:pt x="2539992" y="2108200"/>
                </a:cubicBezTo>
                <a:lnTo>
                  <a:pt x="50808" y="2108200"/>
                </a:lnTo>
                <a:cubicBezTo>
                  <a:pt x="22747" y="2108200"/>
                  <a:pt x="0" y="2085453"/>
                  <a:pt x="0" y="2057392"/>
                </a:cubicBezTo>
                <a:lnTo>
                  <a:pt x="0" y="50808"/>
                </a:lnTo>
                <a:cubicBezTo>
                  <a:pt x="0" y="22747"/>
                  <a:pt x="22747" y="0"/>
                  <a:pt x="5080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427163" y="30480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11112"/>
                </a:moveTo>
                <a:cubicBezTo>
                  <a:pt x="71953" y="11112"/>
                  <a:pt x="49485" y="23892"/>
                  <a:pt x="33129" y="39102"/>
                </a:cubicBezTo>
                <a:cubicBezTo>
                  <a:pt x="16877" y="54208"/>
                  <a:pt x="6008" y="72231"/>
                  <a:pt x="833" y="84629"/>
                </a:cubicBezTo>
                <a:cubicBezTo>
                  <a:pt x="-313" y="87372"/>
                  <a:pt x="-313" y="90428"/>
                  <a:pt x="833" y="93171"/>
                </a:cubicBezTo>
                <a:cubicBezTo>
                  <a:pt x="6008" y="105569"/>
                  <a:pt x="16877" y="123627"/>
                  <a:pt x="33129" y="138698"/>
                </a:cubicBezTo>
                <a:cubicBezTo>
                  <a:pt x="49485" y="153873"/>
                  <a:pt x="71953" y="166688"/>
                  <a:pt x="100013" y="166688"/>
                </a:cubicBezTo>
                <a:cubicBezTo>
                  <a:pt x="128072" y="166688"/>
                  <a:pt x="150540" y="153908"/>
                  <a:pt x="166896" y="138698"/>
                </a:cubicBezTo>
                <a:cubicBezTo>
                  <a:pt x="183148" y="123592"/>
                  <a:pt x="194017" y="105569"/>
                  <a:pt x="199192" y="93171"/>
                </a:cubicBezTo>
                <a:cubicBezTo>
                  <a:pt x="200338" y="90428"/>
                  <a:pt x="200338" y="87372"/>
                  <a:pt x="199192" y="84629"/>
                </a:cubicBezTo>
                <a:cubicBezTo>
                  <a:pt x="194017" y="72231"/>
                  <a:pt x="183148" y="54173"/>
                  <a:pt x="166896" y="39102"/>
                </a:cubicBezTo>
                <a:cubicBezTo>
                  <a:pt x="150540" y="23927"/>
                  <a:pt x="128072" y="11112"/>
                  <a:pt x="100013" y="11112"/>
                </a:cubicBezTo>
                <a:close/>
                <a:moveTo>
                  <a:pt x="50006" y="88900"/>
                </a:moveTo>
                <a:cubicBezTo>
                  <a:pt x="50006" y="61301"/>
                  <a:pt x="72413" y="38894"/>
                  <a:pt x="100013" y="38894"/>
                </a:cubicBezTo>
                <a:cubicBezTo>
                  <a:pt x="127612" y="38894"/>
                  <a:pt x="150019" y="61301"/>
                  <a:pt x="150019" y="88900"/>
                </a:cubicBezTo>
                <a:cubicBezTo>
                  <a:pt x="150019" y="116499"/>
                  <a:pt x="127612" y="138906"/>
                  <a:pt x="100013" y="138906"/>
                </a:cubicBezTo>
                <a:cubicBezTo>
                  <a:pt x="72413" y="138906"/>
                  <a:pt x="50006" y="116499"/>
                  <a:pt x="50006" y="88900"/>
                </a:cubicBezTo>
                <a:close/>
                <a:moveTo>
                  <a:pt x="100013" y="66675"/>
                </a:moveTo>
                <a:cubicBezTo>
                  <a:pt x="100013" y="78933"/>
                  <a:pt x="90046" y="88900"/>
                  <a:pt x="77788" y="88900"/>
                </a:cubicBezTo>
                <a:cubicBezTo>
                  <a:pt x="73794" y="88900"/>
                  <a:pt x="70043" y="87858"/>
                  <a:pt x="66779" y="85983"/>
                </a:cubicBezTo>
                <a:cubicBezTo>
                  <a:pt x="66432" y="89768"/>
                  <a:pt x="66744" y="93658"/>
                  <a:pt x="67786" y="97512"/>
                </a:cubicBezTo>
                <a:cubicBezTo>
                  <a:pt x="72544" y="115292"/>
                  <a:pt x="90845" y="125849"/>
                  <a:pt x="108625" y="121092"/>
                </a:cubicBezTo>
                <a:cubicBezTo>
                  <a:pt x="126405" y="116334"/>
                  <a:pt x="136962" y="98033"/>
                  <a:pt x="132204" y="80253"/>
                </a:cubicBezTo>
                <a:cubicBezTo>
                  <a:pt x="127967" y="64383"/>
                  <a:pt x="112931" y="54278"/>
                  <a:pt x="97095" y="55667"/>
                </a:cubicBezTo>
                <a:cubicBezTo>
                  <a:pt x="98936" y="58896"/>
                  <a:pt x="100013" y="62647"/>
                  <a:pt x="100013" y="66675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0" name="Text 8"/>
          <p:cNvSpPr/>
          <p:nvPr/>
        </p:nvSpPr>
        <p:spPr>
          <a:xfrm>
            <a:off x="1482725" y="3009900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49600" y="2082800"/>
            <a:ext cx="2590800" cy="2108200"/>
          </a:xfrm>
          <a:custGeom>
            <a:avLst/>
            <a:gdLst/>
            <a:ahLst/>
            <a:cxnLst/>
            <a:rect l="l" t="t" r="r" b="b"/>
            <a:pathLst>
              <a:path w="2590800" h="2108200">
                <a:moveTo>
                  <a:pt x="50808" y="0"/>
                </a:moveTo>
                <a:lnTo>
                  <a:pt x="2539992" y="0"/>
                </a:lnTo>
                <a:cubicBezTo>
                  <a:pt x="2568053" y="0"/>
                  <a:pt x="2590800" y="22747"/>
                  <a:pt x="2590800" y="50808"/>
                </a:cubicBezTo>
                <a:lnTo>
                  <a:pt x="2590800" y="2057392"/>
                </a:lnTo>
                <a:cubicBezTo>
                  <a:pt x="2590800" y="2085453"/>
                  <a:pt x="2568053" y="2108200"/>
                  <a:pt x="2539992" y="2108200"/>
                </a:cubicBezTo>
                <a:lnTo>
                  <a:pt x="50808" y="2108200"/>
                </a:lnTo>
                <a:cubicBezTo>
                  <a:pt x="22747" y="2108200"/>
                  <a:pt x="0" y="2085453"/>
                  <a:pt x="0" y="2057392"/>
                </a:cubicBezTo>
                <a:lnTo>
                  <a:pt x="0" y="50808"/>
                </a:lnTo>
                <a:cubicBezTo>
                  <a:pt x="0" y="22747"/>
                  <a:pt x="22747" y="0"/>
                  <a:pt x="5080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4119562" y="30480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33350" y="50006"/>
                </a:moveTo>
                <a:cubicBezTo>
                  <a:pt x="133350" y="83760"/>
                  <a:pt x="103485" y="111125"/>
                  <a:pt x="66675" y="111125"/>
                </a:cubicBezTo>
                <a:cubicBezTo>
                  <a:pt x="57403" y="111125"/>
                  <a:pt x="48582" y="109389"/>
                  <a:pt x="40561" y="106263"/>
                </a:cubicBezTo>
                <a:lnTo>
                  <a:pt x="12224" y="121265"/>
                </a:lnTo>
                <a:cubicBezTo>
                  <a:pt x="8994" y="122967"/>
                  <a:pt x="5035" y="122376"/>
                  <a:pt x="2431" y="119807"/>
                </a:cubicBezTo>
                <a:cubicBezTo>
                  <a:pt x="-174" y="117237"/>
                  <a:pt x="-764" y="113243"/>
                  <a:pt x="972" y="110014"/>
                </a:cubicBezTo>
                <a:lnTo>
                  <a:pt x="13335" y="86678"/>
                </a:lnTo>
                <a:cubicBezTo>
                  <a:pt x="4966" y="76468"/>
                  <a:pt x="0" y="63758"/>
                  <a:pt x="0" y="50006"/>
                </a:cubicBezTo>
                <a:cubicBezTo>
                  <a:pt x="0" y="16252"/>
                  <a:pt x="29865" y="-11112"/>
                  <a:pt x="66675" y="-11112"/>
                </a:cubicBezTo>
                <a:cubicBezTo>
                  <a:pt x="103485" y="-11112"/>
                  <a:pt x="133350" y="16252"/>
                  <a:pt x="133350" y="50006"/>
                </a:cubicBezTo>
                <a:close/>
                <a:moveTo>
                  <a:pt x="133350" y="177800"/>
                </a:moveTo>
                <a:cubicBezTo>
                  <a:pt x="100672" y="177800"/>
                  <a:pt x="73481" y="156235"/>
                  <a:pt x="67786" y="127794"/>
                </a:cubicBezTo>
                <a:cubicBezTo>
                  <a:pt x="109458" y="127273"/>
                  <a:pt x="145678" y="97616"/>
                  <a:pt x="149671" y="57403"/>
                </a:cubicBezTo>
                <a:cubicBezTo>
                  <a:pt x="178599" y="64071"/>
                  <a:pt x="200025" y="88067"/>
                  <a:pt x="200025" y="116681"/>
                </a:cubicBezTo>
                <a:cubicBezTo>
                  <a:pt x="200025" y="130433"/>
                  <a:pt x="195059" y="143143"/>
                  <a:pt x="186690" y="153353"/>
                </a:cubicBezTo>
                <a:lnTo>
                  <a:pt x="199053" y="176689"/>
                </a:lnTo>
                <a:cubicBezTo>
                  <a:pt x="200754" y="179918"/>
                  <a:pt x="200164" y="183877"/>
                  <a:pt x="197594" y="186482"/>
                </a:cubicBezTo>
                <a:cubicBezTo>
                  <a:pt x="195024" y="189086"/>
                  <a:pt x="191031" y="189676"/>
                  <a:pt x="187801" y="187940"/>
                </a:cubicBezTo>
                <a:lnTo>
                  <a:pt x="159464" y="172938"/>
                </a:lnTo>
                <a:cubicBezTo>
                  <a:pt x="151443" y="176064"/>
                  <a:pt x="142622" y="177800"/>
                  <a:pt x="133350" y="177800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3" name="Text 11"/>
          <p:cNvSpPr/>
          <p:nvPr/>
        </p:nvSpPr>
        <p:spPr>
          <a:xfrm>
            <a:off x="4175125" y="3009900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292600"/>
            <a:ext cx="2590800" cy="2108200"/>
          </a:xfrm>
          <a:custGeom>
            <a:avLst/>
            <a:gdLst/>
            <a:ahLst/>
            <a:cxnLst/>
            <a:rect l="l" t="t" r="r" b="b"/>
            <a:pathLst>
              <a:path w="2590800" h="2108200">
                <a:moveTo>
                  <a:pt x="50808" y="0"/>
                </a:moveTo>
                <a:lnTo>
                  <a:pt x="2539992" y="0"/>
                </a:lnTo>
                <a:cubicBezTo>
                  <a:pt x="2568053" y="0"/>
                  <a:pt x="2590800" y="22747"/>
                  <a:pt x="2590800" y="50808"/>
                </a:cubicBezTo>
                <a:lnTo>
                  <a:pt x="2590800" y="2057392"/>
                </a:lnTo>
                <a:cubicBezTo>
                  <a:pt x="2590800" y="2085453"/>
                  <a:pt x="2568053" y="2108200"/>
                  <a:pt x="2539992" y="2108200"/>
                </a:cubicBezTo>
                <a:lnTo>
                  <a:pt x="50808" y="2108200"/>
                </a:lnTo>
                <a:cubicBezTo>
                  <a:pt x="22747" y="2108200"/>
                  <a:pt x="0" y="2085453"/>
                  <a:pt x="0" y="2057392"/>
                </a:cubicBezTo>
                <a:lnTo>
                  <a:pt x="0" y="50808"/>
                </a:lnTo>
                <a:cubicBezTo>
                  <a:pt x="0" y="22747"/>
                  <a:pt x="22747" y="0"/>
                  <a:pt x="5080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1438275" y="5257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1672" y="19447"/>
                </a:moveTo>
                <a:cubicBezTo>
                  <a:pt x="41672" y="8716"/>
                  <a:pt x="50388" y="0"/>
                  <a:pt x="61119" y="0"/>
                </a:cubicBezTo>
                <a:lnTo>
                  <a:pt x="69453" y="0"/>
                </a:lnTo>
                <a:cubicBezTo>
                  <a:pt x="75600" y="0"/>
                  <a:pt x="80566" y="4966"/>
                  <a:pt x="80566" y="11112"/>
                </a:cubicBezTo>
                <a:lnTo>
                  <a:pt x="80566" y="166688"/>
                </a:lnTo>
                <a:cubicBezTo>
                  <a:pt x="80566" y="172834"/>
                  <a:pt x="75600" y="177800"/>
                  <a:pt x="69453" y="177800"/>
                </a:cubicBezTo>
                <a:lnTo>
                  <a:pt x="58341" y="177800"/>
                </a:lnTo>
                <a:cubicBezTo>
                  <a:pt x="47992" y="177800"/>
                  <a:pt x="39276" y="170716"/>
                  <a:pt x="36810" y="161131"/>
                </a:cubicBezTo>
                <a:cubicBezTo>
                  <a:pt x="36567" y="161131"/>
                  <a:pt x="36359" y="161131"/>
                  <a:pt x="36116" y="161131"/>
                </a:cubicBezTo>
                <a:cubicBezTo>
                  <a:pt x="20766" y="161131"/>
                  <a:pt x="8334" y="148699"/>
                  <a:pt x="8334" y="133350"/>
                </a:cubicBezTo>
                <a:cubicBezTo>
                  <a:pt x="8334" y="127099"/>
                  <a:pt x="10418" y="121335"/>
                  <a:pt x="13891" y="116681"/>
                </a:cubicBezTo>
                <a:cubicBezTo>
                  <a:pt x="7154" y="111611"/>
                  <a:pt x="2778" y="103555"/>
                  <a:pt x="2778" y="94456"/>
                </a:cubicBezTo>
                <a:cubicBezTo>
                  <a:pt x="2778" y="83726"/>
                  <a:pt x="8890" y="74384"/>
                  <a:pt x="17780" y="69766"/>
                </a:cubicBezTo>
                <a:cubicBezTo>
                  <a:pt x="15314" y="65598"/>
                  <a:pt x="13891" y="60737"/>
                  <a:pt x="13891" y="55563"/>
                </a:cubicBezTo>
                <a:cubicBezTo>
                  <a:pt x="13891" y="40213"/>
                  <a:pt x="26323" y="27781"/>
                  <a:pt x="41672" y="27781"/>
                </a:cubicBezTo>
                <a:lnTo>
                  <a:pt x="41672" y="19447"/>
                </a:lnTo>
                <a:close/>
                <a:moveTo>
                  <a:pt x="136128" y="19447"/>
                </a:moveTo>
                <a:lnTo>
                  <a:pt x="136128" y="27781"/>
                </a:lnTo>
                <a:cubicBezTo>
                  <a:pt x="151477" y="27781"/>
                  <a:pt x="163909" y="40213"/>
                  <a:pt x="163909" y="55563"/>
                </a:cubicBezTo>
                <a:cubicBezTo>
                  <a:pt x="163909" y="60771"/>
                  <a:pt x="162486" y="65633"/>
                  <a:pt x="160020" y="69766"/>
                </a:cubicBezTo>
                <a:cubicBezTo>
                  <a:pt x="168945" y="74384"/>
                  <a:pt x="175022" y="83691"/>
                  <a:pt x="175022" y="94456"/>
                </a:cubicBezTo>
                <a:cubicBezTo>
                  <a:pt x="175022" y="103555"/>
                  <a:pt x="170646" y="111611"/>
                  <a:pt x="163909" y="116681"/>
                </a:cubicBezTo>
                <a:cubicBezTo>
                  <a:pt x="167382" y="121335"/>
                  <a:pt x="169466" y="127099"/>
                  <a:pt x="169466" y="133350"/>
                </a:cubicBezTo>
                <a:cubicBezTo>
                  <a:pt x="169466" y="148699"/>
                  <a:pt x="157034" y="161131"/>
                  <a:pt x="141684" y="161131"/>
                </a:cubicBezTo>
                <a:cubicBezTo>
                  <a:pt x="141441" y="161131"/>
                  <a:pt x="141233" y="161131"/>
                  <a:pt x="140990" y="161131"/>
                </a:cubicBezTo>
                <a:cubicBezTo>
                  <a:pt x="138524" y="170716"/>
                  <a:pt x="129808" y="177800"/>
                  <a:pt x="119459" y="177800"/>
                </a:cubicBezTo>
                <a:lnTo>
                  <a:pt x="108347" y="177800"/>
                </a:lnTo>
                <a:cubicBezTo>
                  <a:pt x="102200" y="177800"/>
                  <a:pt x="97234" y="172834"/>
                  <a:pt x="97234" y="166688"/>
                </a:cubicBezTo>
                <a:lnTo>
                  <a:pt x="97234" y="11112"/>
                </a:lnTo>
                <a:cubicBezTo>
                  <a:pt x="97234" y="4966"/>
                  <a:pt x="102200" y="0"/>
                  <a:pt x="108347" y="0"/>
                </a:cubicBezTo>
                <a:lnTo>
                  <a:pt x="116681" y="0"/>
                </a:lnTo>
                <a:cubicBezTo>
                  <a:pt x="127412" y="0"/>
                  <a:pt x="136128" y="8716"/>
                  <a:pt x="136128" y="19447"/>
                </a:cubicBezTo>
                <a:close/>
              </a:path>
            </a:pathLst>
          </a:custGeom>
          <a:solidFill>
            <a:srgbClr val="6981A4"/>
          </a:solidFill>
        </p:spPr>
      </p:sp>
      <p:sp>
        <p:nvSpPr>
          <p:cNvPr id="16" name="Text 14"/>
          <p:cNvSpPr/>
          <p:nvPr/>
        </p:nvSpPr>
        <p:spPr>
          <a:xfrm>
            <a:off x="1482725" y="5219700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49600" y="4292600"/>
            <a:ext cx="2590800" cy="2108200"/>
          </a:xfrm>
          <a:custGeom>
            <a:avLst/>
            <a:gdLst/>
            <a:ahLst/>
            <a:cxnLst/>
            <a:rect l="l" t="t" r="r" b="b"/>
            <a:pathLst>
              <a:path w="2590800" h="2108200">
                <a:moveTo>
                  <a:pt x="50808" y="0"/>
                </a:moveTo>
                <a:lnTo>
                  <a:pt x="2539992" y="0"/>
                </a:lnTo>
                <a:cubicBezTo>
                  <a:pt x="2568053" y="0"/>
                  <a:pt x="2590800" y="22747"/>
                  <a:pt x="2590800" y="50808"/>
                </a:cubicBezTo>
                <a:lnTo>
                  <a:pt x="2590800" y="2057392"/>
                </a:lnTo>
                <a:cubicBezTo>
                  <a:pt x="2590800" y="2085453"/>
                  <a:pt x="2568053" y="2108200"/>
                  <a:pt x="2539992" y="2108200"/>
                </a:cubicBezTo>
                <a:lnTo>
                  <a:pt x="50808" y="2108200"/>
                </a:lnTo>
                <a:cubicBezTo>
                  <a:pt x="22747" y="2108200"/>
                  <a:pt x="0" y="2085453"/>
                  <a:pt x="0" y="2057392"/>
                </a:cubicBezTo>
                <a:lnTo>
                  <a:pt x="0" y="50808"/>
                </a:lnTo>
                <a:cubicBezTo>
                  <a:pt x="0" y="22747"/>
                  <a:pt x="22747" y="0"/>
                  <a:pt x="5080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4141788" y="52578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89074" y="-11112"/>
                </a:moveTo>
                <a:cubicBezTo>
                  <a:pt x="99807" y="-11112"/>
                  <a:pt x="108521" y="-2399"/>
                  <a:pt x="108521" y="8334"/>
                </a:cubicBezTo>
                <a:cubicBezTo>
                  <a:pt x="108521" y="19067"/>
                  <a:pt x="99807" y="27781"/>
                  <a:pt x="89074" y="27781"/>
                </a:cubicBezTo>
                <a:cubicBezTo>
                  <a:pt x="78341" y="27781"/>
                  <a:pt x="69627" y="19067"/>
                  <a:pt x="69627" y="8334"/>
                </a:cubicBezTo>
                <a:cubicBezTo>
                  <a:pt x="69627" y="-2399"/>
                  <a:pt x="78341" y="-11112"/>
                  <a:pt x="89074" y="-11112"/>
                </a:cubicBezTo>
                <a:close/>
                <a:moveTo>
                  <a:pt x="42922" y="61119"/>
                </a:moveTo>
                <a:cubicBezTo>
                  <a:pt x="41776" y="61119"/>
                  <a:pt x="40769" y="61813"/>
                  <a:pt x="40352" y="62855"/>
                </a:cubicBezTo>
                <a:lnTo>
                  <a:pt x="32712" y="81920"/>
                </a:lnTo>
                <a:cubicBezTo>
                  <a:pt x="30420" y="87615"/>
                  <a:pt x="23961" y="90393"/>
                  <a:pt x="18266" y="88101"/>
                </a:cubicBezTo>
                <a:cubicBezTo>
                  <a:pt x="12571" y="85809"/>
                  <a:pt x="9793" y="79350"/>
                  <a:pt x="12085" y="73655"/>
                </a:cubicBezTo>
                <a:lnTo>
                  <a:pt x="19690" y="54590"/>
                </a:lnTo>
                <a:cubicBezTo>
                  <a:pt x="23510" y="45110"/>
                  <a:pt x="32678" y="38894"/>
                  <a:pt x="42922" y="38894"/>
                </a:cubicBezTo>
                <a:lnTo>
                  <a:pt x="76711" y="38894"/>
                </a:lnTo>
                <a:cubicBezTo>
                  <a:pt x="86608" y="38894"/>
                  <a:pt x="95741" y="44137"/>
                  <a:pt x="100707" y="52680"/>
                </a:cubicBezTo>
                <a:lnTo>
                  <a:pt x="112097" y="72231"/>
                </a:lnTo>
                <a:lnTo>
                  <a:pt x="133489" y="72231"/>
                </a:lnTo>
                <a:cubicBezTo>
                  <a:pt x="139636" y="72231"/>
                  <a:pt x="144601" y="77197"/>
                  <a:pt x="144601" y="83344"/>
                </a:cubicBezTo>
                <a:cubicBezTo>
                  <a:pt x="144601" y="89490"/>
                  <a:pt x="139636" y="94456"/>
                  <a:pt x="133489" y="94456"/>
                </a:cubicBezTo>
                <a:lnTo>
                  <a:pt x="112097" y="94456"/>
                </a:lnTo>
                <a:cubicBezTo>
                  <a:pt x="104180" y="94456"/>
                  <a:pt x="96887" y="90254"/>
                  <a:pt x="92894" y="83413"/>
                </a:cubicBezTo>
                <a:lnTo>
                  <a:pt x="89421" y="77475"/>
                </a:lnTo>
                <a:lnTo>
                  <a:pt x="82233" y="101922"/>
                </a:lnTo>
                <a:lnTo>
                  <a:pt x="108416" y="109771"/>
                </a:lnTo>
                <a:cubicBezTo>
                  <a:pt x="118036" y="112653"/>
                  <a:pt x="122932" y="123314"/>
                  <a:pt x="118869" y="132517"/>
                </a:cubicBezTo>
                <a:lnTo>
                  <a:pt x="99214" y="176758"/>
                </a:lnTo>
                <a:cubicBezTo>
                  <a:pt x="96713" y="182384"/>
                  <a:pt x="90150" y="184884"/>
                  <a:pt x="84559" y="182384"/>
                </a:cubicBezTo>
                <a:cubicBezTo>
                  <a:pt x="78968" y="179884"/>
                  <a:pt x="76433" y="173320"/>
                  <a:pt x="78933" y="167729"/>
                </a:cubicBezTo>
                <a:lnTo>
                  <a:pt x="96019" y="129252"/>
                </a:lnTo>
                <a:lnTo>
                  <a:pt x="62716" y="119251"/>
                </a:lnTo>
                <a:cubicBezTo>
                  <a:pt x="51361" y="115848"/>
                  <a:pt x="44658" y="104076"/>
                  <a:pt x="47541" y="92581"/>
                </a:cubicBezTo>
                <a:lnTo>
                  <a:pt x="55424" y="61119"/>
                </a:lnTo>
                <a:lnTo>
                  <a:pt x="42957" y="61119"/>
                </a:lnTo>
                <a:close/>
                <a:moveTo>
                  <a:pt x="40144" y="123974"/>
                </a:moveTo>
                <a:cubicBezTo>
                  <a:pt x="44763" y="129148"/>
                  <a:pt x="50805" y="133107"/>
                  <a:pt x="57924" y="135225"/>
                </a:cubicBezTo>
                <a:lnTo>
                  <a:pt x="59556" y="135711"/>
                </a:lnTo>
                <a:lnTo>
                  <a:pt x="57160" y="142414"/>
                </a:lnTo>
                <a:cubicBezTo>
                  <a:pt x="55146" y="148074"/>
                  <a:pt x="51604" y="153109"/>
                  <a:pt x="46985" y="156929"/>
                </a:cubicBezTo>
                <a:lnTo>
                  <a:pt x="18370" y="180509"/>
                </a:lnTo>
                <a:cubicBezTo>
                  <a:pt x="13648" y="184398"/>
                  <a:pt x="6633" y="183738"/>
                  <a:pt x="2743" y="179015"/>
                </a:cubicBezTo>
                <a:cubicBezTo>
                  <a:pt x="-1146" y="174293"/>
                  <a:pt x="-486" y="167278"/>
                  <a:pt x="4237" y="163388"/>
                </a:cubicBezTo>
                <a:lnTo>
                  <a:pt x="32851" y="139809"/>
                </a:lnTo>
                <a:cubicBezTo>
                  <a:pt x="34414" y="138524"/>
                  <a:pt x="35560" y="136857"/>
                  <a:pt x="36255" y="134982"/>
                </a:cubicBezTo>
                <a:lnTo>
                  <a:pt x="40144" y="123974"/>
                </a:lnTo>
                <a:close/>
              </a:path>
            </a:pathLst>
          </a:custGeom>
          <a:solidFill>
            <a:srgbClr val="6981A4"/>
          </a:solidFill>
        </p:spPr>
      </p:sp>
      <p:sp>
        <p:nvSpPr>
          <p:cNvPr id="19" name="Text 17"/>
          <p:cNvSpPr/>
          <p:nvPr/>
        </p:nvSpPr>
        <p:spPr>
          <a:xfrm>
            <a:off x="4175125" y="5219700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8400" y="1016000"/>
            <a:ext cx="5689600" cy="5588000"/>
          </a:xfrm>
          <a:custGeom>
            <a:avLst/>
            <a:gdLst/>
            <a:ahLst/>
            <a:cxnLst/>
            <a:rect l="l" t="t" r="r" b="b"/>
            <a:pathLst>
              <a:path w="5689600" h="5588000">
                <a:moveTo>
                  <a:pt x="152385" y="0"/>
                </a:moveTo>
                <a:lnTo>
                  <a:pt x="5537215" y="0"/>
                </a:lnTo>
                <a:cubicBezTo>
                  <a:pt x="5621375" y="0"/>
                  <a:pt x="5689600" y="68225"/>
                  <a:pt x="5689600" y="152385"/>
                </a:cubicBezTo>
                <a:lnTo>
                  <a:pt x="5689600" y="5435615"/>
                </a:lnTo>
                <a:cubicBezTo>
                  <a:pt x="5689600" y="5519775"/>
                  <a:pt x="5621375" y="5588000"/>
                  <a:pt x="5537215" y="5588000"/>
                </a:cubicBezTo>
                <a:lnTo>
                  <a:pt x="152385" y="5588000"/>
                </a:lnTo>
                <a:cubicBezTo>
                  <a:pt x="68225" y="5588000"/>
                  <a:pt x="0" y="5519775"/>
                  <a:pt x="0" y="5435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6981A4">
              <a:alpha val="1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451600" y="1219200"/>
            <a:ext cx="579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情绪九宫格 (Emotion Quadrant)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1600" y="1676400"/>
            <a:ext cx="579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精确捕捉特定场景下的正面/负面情绪强度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51600" y="2082800"/>
            <a:ext cx="2590800" cy="1955800"/>
          </a:xfrm>
          <a:custGeom>
            <a:avLst/>
            <a:gdLst/>
            <a:ahLst/>
            <a:cxnLst/>
            <a:rect l="l" t="t" r="r" b="b"/>
            <a:pathLst>
              <a:path w="2590800" h="1955800">
                <a:moveTo>
                  <a:pt x="50792" y="0"/>
                </a:moveTo>
                <a:lnTo>
                  <a:pt x="2540008" y="0"/>
                </a:lnTo>
                <a:cubicBezTo>
                  <a:pt x="2568060" y="0"/>
                  <a:pt x="2590800" y="22740"/>
                  <a:pt x="2590800" y="50792"/>
                </a:cubicBezTo>
                <a:lnTo>
                  <a:pt x="2590800" y="1905008"/>
                </a:lnTo>
                <a:cubicBezTo>
                  <a:pt x="2590800" y="1933060"/>
                  <a:pt x="2568060" y="1955800"/>
                  <a:pt x="2540008" y="1955800"/>
                </a:cubicBezTo>
                <a:lnTo>
                  <a:pt x="50792" y="1955800"/>
                </a:lnTo>
                <a:cubicBezTo>
                  <a:pt x="22740" y="1955800"/>
                  <a:pt x="0" y="1933060"/>
                  <a:pt x="0" y="1905008"/>
                </a:cubicBezTo>
                <a:lnTo>
                  <a:pt x="0" y="50792"/>
                </a:lnTo>
                <a:cubicBezTo>
                  <a:pt x="0" y="22740"/>
                  <a:pt x="22740" y="0"/>
                  <a:pt x="50792" y="0"/>
                </a:cubicBezTo>
                <a:close/>
              </a:path>
            </a:pathLst>
          </a:custGeom>
          <a:solidFill>
            <a:srgbClr val="FCCA45">
              <a:alpha val="5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197600" y="2082800"/>
            <a:ext cx="3098800" cy="19558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 高强度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0" y="2082800"/>
            <a:ext cx="2590800" cy="1955800"/>
          </a:xfrm>
          <a:custGeom>
            <a:avLst/>
            <a:gdLst/>
            <a:ahLst/>
            <a:cxnLst/>
            <a:rect l="l" t="t" r="r" b="b"/>
            <a:pathLst>
              <a:path w="2590800" h="1955800">
                <a:moveTo>
                  <a:pt x="50792" y="0"/>
                </a:moveTo>
                <a:lnTo>
                  <a:pt x="2540008" y="0"/>
                </a:lnTo>
                <a:cubicBezTo>
                  <a:pt x="2568060" y="0"/>
                  <a:pt x="2590800" y="22740"/>
                  <a:pt x="2590800" y="50792"/>
                </a:cubicBezTo>
                <a:lnTo>
                  <a:pt x="2590800" y="1905008"/>
                </a:lnTo>
                <a:cubicBezTo>
                  <a:pt x="2590800" y="1933060"/>
                  <a:pt x="2568060" y="1955800"/>
                  <a:pt x="2540008" y="1955800"/>
                </a:cubicBezTo>
                <a:lnTo>
                  <a:pt x="50792" y="1955800"/>
                </a:lnTo>
                <a:cubicBezTo>
                  <a:pt x="22740" y="1955800"/>
                  <a:pt x="0" y="1933060"/>
                  <a:pt x="0" y="1905008"/>
                </a:cubicBezTo>
                <a:lnTo>
                  <a:pt x="0" y="50792"/>
                </a:lnTo>
                <a:cubicBezTo>
                  <a:pt x="0" y="22740"/>
                  <a:pt x="22740" y="0"/>
                  <a:pt x="50792" y="0"/>
                </a:cubicBezTo>
                <a:close/>
              </a:path>
            </a:pathLst>
          </a:custGeom>
          <a:solidFill>
            <a:srgbClr val="EE6172">
              <a:alpha val="5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8890000" y="2082800"/>
            <a:ext cx="3098800" cy="19558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 高强度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1600" y="4140200"/>
            <a:ext cx="2590800" cy="1955800"/>
          </a:xfrm>
          <a:custGeom>
            <a:avLst/>
            <a:gdLst/>
            <a:ahLst/>
            <a:cxnLst/>
            <a:rect l="l" t="t" r="r" b="b"/>
            <a:pathLst>
              <a:path w="2590800" h="1955800">
                <a:moveTo>
                  <a:pt x="50792" y="0"/>
                </a:moveTo>
                <a:lnTo>
                  <a:pt x="2540008" y="0"/>
                </a:lnTo>
                <a:cubicBezTo>
                  <a:pt x="2568060" y="0"/>
                  <a:pt x="2590800" y="22740"/>
                  <a:pt x="2590800" y="50792"/>
                </a:cubicBezTo>
                <a:lnTo>
                  <a:pt x="2590800" y="1905008"/>
                </a:lnTo>
                <a:cubicBezTo>
                  <a:pt x="2590800" y="1933060"/>
                  <a:pt x="2568060" y="1955800"/>
                  <a:pt x="2540008" y="1955800"/>
                </a:cubicBezTo>
                <a:lnTo>
                  <a:pt x="50792" y="1955800"/>
                </a:lnTo>
                <a:cubicBezTo>
                  <a:pt x="22740" y="1955800"/>
                  <a:pt x="0" y="1933060"/>
                  <a:pt x="0" y="1905008"/>
                </a:cubicBezTo>
                <a:lnTo>
                  <a:pt x="0" y="50792"/>
                </a:lnTo>
                <a:cubicBezTo>
                  <a:pt x="0" y="22740"/>
                  <a:pt x="22740" y="0"/>
                  <a:pt x="50792" y="0"/>
                </a:cubicBezTo>
                <a:close/>
              </a:path>
            </a:pathLst>
          </a:custGeom>
          <a:solidFill>
            <a:srgbClr val="FCCA45">
              <a:alpha val="3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197600" y="4140200"/>
            <a:ext cx="3098800" cy="19558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 低强度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0" y="4140200"/>
            <a:ext cx="2590800" cy="1955800"/>
          </a:xfrm>
          <a:custGeom>
            <a:avLst/>
            <a:gdLst/>
            <a:ahLst/>
            <a:cxnLst/>
            <a:rect l="l" t="t" r="r" b="b"/>
            <a:pathLst>
              <a:path w="2590800" h="1955800">
                <a:moveTo>
                  <a:pt x="50792" y="0"/>
                </a:moveTo>
                <a:lnTo>
                  <a:pt x="2540008" y="0"/>
                </a:lnTo>
                <a:cubicBezTo>
                  <a:pt x="2568060" y="0"/>
                  <a:pt x="2590800" y="22740"/>
                  <a:pt x="2590800" y="50792"/>
                </a:cubicBezTo>
                <a:lnTo>
                  <a:pt x="2590800" y="1905008"/>
                </a:lnTo>
                <a:cubicBezTo>
                  <a:pt x="2590800" y="1933060"/>
                  <a:pt x="2568060" y="1955800"/>
                  <a:pt x="2540008" y="1955800"/>
                </a:cubicBezTo>
                <a:lnTo>
                  <a:pt x="50792" y="1955800"/>
                </a:lnTo>
                <a:cubicBezTo>
                  <a:pt x="22740" y="1955800"/>
                  <a:pt x="0" y="1933060"/>
                  <a:pt x="0" y="1905008"/>
                </a:cubicBezTo>
                <a:lnTo>
                  <a:pt x="0" y="50792"/>
                </a:lnTo>
                <a:cubicBezTo>
                  <a:pt x="0" y="22740"/>
                  <a:pt x="22740" y="0"/>
                  <a:pt x="50792" y="0"/>
                </a:cubicBezTo>
                <a:close/>
              </a:path>
            </a:pathLst>
          </a:custGeom>
          <a:solidFill>
            <a:srgbClr val="EE6172">
              <a:alpha val="3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890000" y="4140200"/>
            <a:ext cx="3098800" cy="19558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 低强度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1600" y="6197600"/>
            <a:ext cx="5283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案例：</a:t>
            </a:r>
            <a:r>
              <a:rPr lang="en-US" sz="12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医院候诊时的“焦虑”在哪个象限？</a:t>
            </a:r>
            <a:endParaRPr lang="en-US" sz="1600" dirty="0"/>
          </a:p>
        </p:txBody>
      </p:sp>
      <p:pic>
        <p:nvPicPr>
          <p:cNvPr id="32" name="图片 31" descr="屏幕截图 2025-10-08 2143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2032000"/>
            <a:ext cx="5282565" cy="4467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3200" y="764196"/>
            <a:ext cx="614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 3：用户旅程地图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" y="2014220"/>
            <a:ext cx="56388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将用户行为拆解为时间轴上的多个触点，记录行为、情绪与痛点</a:t>
            </a:r>
            <a:r>
              <a:rPr lang="en-US" sz="18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2400" y="31546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38" y="0"/>
                </a:moveTo>
                <a:cubicBezTo>
                  <a:pt x="142101" y="0"/>
                  <a:pt x="133588" y="8513"/>
                  <a:pt x="133588" y="19050"/>
                </a:cubicBezTo>
                <a:lnTo>
                  <a:pt x="133588" y="38100"/>
                </a:lnTo>
                <a:lnTo>
                  <a:pt x="38338" y="38100"/>
                </a:lnTo>
                <a:cubicBezTo>
                  <a:pt x="27801" y="38100"/>
                  <a:pt x="19288" y="46613"/>
                  <a:pt x="19288" y="57150"/>
                </a:cubicBezTo>
                <a:lnTo>
                  <a:pt x="19288" y="95250"/>
                </a:lnTo>
                <a:cubicBezTo>
                  <a:pt x="19288" y="105787"/>
                  <a:pt x="27801" y="114300"/>
                  <a:pt x="38338" y="114300"/>
                </a:cubicBezTo>
                <a:lnTo>
                  <a:pt x="133588" y="114300"/>
                </a:lnTo>
                <a:lnTo>
                  <a:pt x="133588" y="152400"/>
                </a:lnTo>
                <a:lnTo>
                  <a:pt x="42267" y="152400"/>
                </a:lnTo>
                <a:cubicBezTo>
                  <a:pt x="39767" y="152400"/>
                  <a:pt x="37326" y="153412"/>
                  <a:pt x="35540" y="155198"/>
                </a:cubicBezTo>
                <a:lnTo>
                  <a:pt x="6965" y="183773"/>
                </a:lnTo>
                <a:cubicBezTo>
                  <a:pt x="3274" y="187464"/>
                  <a:pt x="3274" y="193536"/>
                  <a:pt x="6965" y="197227"/>
                </a:cubicBezTo>
                <a:lnTo>
                  <a:pt x="35540" y="225802"/>
                </a:lnTo>
                <a:cubicBezTo>
                  <a:pt x="37326" y="227588"/>
                  <a:pt x="39767" y="228600"/>
                  <a:pt x="42267" y="228600"/>
                </a:cubicBezTo>
                <a:lnTo>
                  <a:pt x="133588" y="228600"/>
                </a:lnTo>
                <a:lnTo>
                  <a:pt x="133588" y="285750"/>
                </a:lnTo>
                <a:cubicBezTo>
                  <a:pt x="133588" y="296287"/>
                  <a:pt x="142101" y="304800"/>
                  <a:pt x="152638" y="304800"/>
                </a:cubicBezTo>
                <a:cubicBezTo>
                  <a:pt x="163175" y="304800"/>
                  <a:pt x="171688" y="296287"/>
                  <a:pt x="171688" y="285750"/>
                </a:cubicBezTo>
                <a:lnTo>
                  <a:pt x="171688" y="228600"/>
                </a:lnTo>
                <a:lnTo>
                  <a:pt x="266938" y="228600"/>
                </a:lnTo>
                <a:cubicBezTo>
                  <a:pt x="277475" y="228600"/>
                  <a:pt x="285988" y="220087"/>
                  <a:pt x="285988" y="209550"/>
                </a:cubicBezTo>
                <a:lnTo>
                  <a:pt x="285988" y="171450"/>
                </a:lnTo>
                <a:cubicBezTo>
                  <a:pt x="285988" y="160913"/>
                  <a:pt x="277475" y="152400"/>
                  <a:pt x="266938" y="152400"/>
                </a:cubicBezTo>
                <a:lnTo>
                  <a:pt x="171688" y="152400"/>
                </a:lnTo>
                <a:lnTo>
                  <a:pt x="171688" y="114300"/>
                </a:lnTo>
                <a:lnTo>
                  <a:pt x="263009" y="114300"/>
                </a:lnTo>
                <a:cubicBezTo>
                  <a:pt x="265509" y="114300"/>
                  <a:pt x="267950" y="113288"/>
                  <a:pt x="269736" y="111502"/>
                </a:cubicBezTo>
                <a:lnTo>
                  <a:pt x="298311" y="82927"/>
                </a:lnTo>
                <a:cubicBezTo>
                  <a:pt x="302002" y="79236"/>
                  <a:pt x="302002" y="73164"/>
                  <a:pt x="298311" y="69473"/>
                </a:cubicBezTo>
                <a:lnTo>
                  <a:pt x="269736" y="40898"/>
                </a:lnTo>
                <a:cubicBezTo>
                  <a:pt x="267950" y="39112"/>
                  <a:pt x="265509" y="38100"/>
                  <a:pt x="263009" y="38100"/>
                </a:cubicBezTo>
                <a:lnTo>
                  <a:pt x="171688" y="38100"/>
                </a:lnTo>
                <a:lnTo>
                  <a:pt x="171688" y="19050"/>
                </a:lnTo>
                <a:cubicBezTo>
                  <a:pt x="171688" y="8513"/>
                  <a:pt x="163175" y="0"/>
                  <a:pt x="152638" y="0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7" name="Text 5"/>
          <p:cNvSpPr/>
          <p:nvPr/>
        </p:nvSpPr>
        <p:spPr>
          <a:xfrm>
            <a:off x="647700" y="3103880"/>
            <a:ext cx="39528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将离散体验串联成系统视图。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2400" y="36626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9" name="Text 7"/>
          <p:cNvSpPr/>
          <p:nvPr/>
        </p:nvSpPr>
        <p:spPr>
          <a:xfrm>
            <a:off x="647700" y="3611880"/>
            <a:ext cx="539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发现：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痛点常出现在</a:t>
            </a:r>
            <a:r>
              <a:rPr lang="en-US" dirty="0">
                <a:solidFill>
                  <a:srgbClr val="FFFFFF"/>
                </a:solidFill>
                <a:highlight>
                  <a:srgbClr val="EE6172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情绪曲线的低谷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，而非单一事件。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2400" y="4509135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304800" y="4661535"/>
            <a:ext cx="5334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案例：候诊时从“好奇”到“焦虑”的转折点，揭示了被忽视的服务缺口。</a:t>
            </a:r>
            <a:endParaRPr lang="en-US" sz="1600" dirty="0"/>
          </a:p>
        </p:txBody>
      </p:sp>
      <p:pic>
        <p:nvPicPr>
          <p:cNvPr id="13" name="图片 12" descr="屏幕截图 2025-10-15 085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9170" y="1929130"/>
            <a:ext cx="6132830" cy="36417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756030"/>
            <a:ext cx="614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 4：ZIRI理论与创新聚焦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1981200"/>
            <a:ext cx="56388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ZIRI (Zone of Immediate Relevance/Impact) —— 马上关联/影响区</a:t>
            </a:r>
            <a:endParaRPr lang="en-US" sz="2000" dirty="0">
              <a:solidFill>
                <a:srgbClr val="6981A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40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7" name="Text 5"/>
          <p:cNvSpPr/>
          <p:nvPr/>
        </p:nvSpPr>
        <p:spPr>
          <a:xfrm>
            <a:off x="711200" y="3352800"/>
            <a:ext cx="518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概念：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从所有痛点中，筛选出</a:t>
            </a:r>
            <a:r>
              <a:rPr lang="en-US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“最紧迫、且我们现在有能力施加巨大影响”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的区域。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292100" y="416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787400" y="4114800"/>
            <a:ext cx="46380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聚焦：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将痛点按 </a:t>
            </a:r>
            <a:r>
              <a:rPr lang="en-US" dirty="0">
                <a:solidFill>
                  <a:srgbClr val="EE617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紧迫性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和 </a:t>
            </a:r>
            <a:r>
              <a:rPr lang="en-US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可行性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划分。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292100" y="467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787400" y="4622800"/>
            <a:ext cx="455485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产出：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解决ZIRI区域的问题，实现高杠杆创新</a:t>
            </a:r>
            <a:r>
              <a:rPr lang="en-US" sz="16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pic>
        <p:nvPicPr>
          <p:cNvPr id="12" name="Image 0" descr="https://kimi-web-img.moonshot.cn/img/www.jibility.com/7a74337d48f1c8277ea6710064e871615bcc96d9.png"/>
          <p:cNvPicPr>
            <a:picLocks noChangeAspect="1"/>
          </p:cNvPicPr>
          <p:nvPr/>
        </p:nvPicPr>
        <p:blipFill>
          <a:blip r:embed="rId5"/>
          <a:srcRect t="4092" b="4092"/>
          <a:stretch>
            <a:fillRect/>
          </a:stretch>
        </p:blipFill>
        <p:spPr>
          <a:xfrm>
            <a:off x="5460365" y="1213485"/>
            <a:ext cx="6871335" cy="4953000"/>
          </a:xfrm>
          <a:prstGeom prst="roundRect">
            <a:avLst>
              <a:gd name="adj" fmla="val 3750"/>
            </a:avLst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3-d2tbq2dnfo2stf9djtf0.png"/>
          <p:cNvPicPr>
            <a:picLocks noChangeAspect="1"/>
          </p:cNvPicPr>
          <p:nvPr/>
        </p:nvPicPr>
        <p:blipFill>
          <a:blip r:embed="rId1"/>
          <a:srcRect l="14" r="14"/>
          <a:stretch>
            <a:fillRect/>
          </a:stretch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总结与行动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8:35:50-d2tbq1lnfo2stf9djt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8:35:51-d2tbq1tnfo2stf9djt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23732" y="649953"/>
            <a:ext cx="5968268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成为生活的“叛逆者”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27775" y="275717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</p:spPr>
      </p:sp>
      <p:sp>
        <p:nvSpPr>
          <p:cNvPr id="7" name="Shape 4"/>
          <p:cNvSpPr/>
          <p:nvPr/>
        </p:nvSpPr>
        <p:spPr>
          <a:xfrm>
            <a:off x="6362700" y="3314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8" name="Text 5"/>
          <p:cNvSpPr/>
          <p:nvPr/>
        </p:nvSpPr>
        <p:spPr>
          <a:xfrm>
            <a:off x="6769100" y="32639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总结：伟大的产品创新，是</a:t>
            </a:r>
            <a:r>
              <a:rPr lang="en-US" dirty="0">
                <a:solidFill>
                  <a:srgbClr val="2A3A6D">
                    <a:alpha val="85098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技术果子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dirty="0">
                <a:solidFill>
                  <a:srgbClr val="6981A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场景痛点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的融合</a:t>
            </a:r>
            <a:r>
              <a:rPr lang="en-US" sz="1600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0" y="3822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67469" y="63500"/>
                </a:moveTo>
                <a:cubicBezTo>
                  <a:pt x="67469" y="30644"/>
                  <a:pt x="94144" y="3969"/>
                  <a:pt x="127000" y="3969"/>
                </a:cubicBezTo>
                <a:cubicBezTo>
                  <a:pt x="159856" y="3969"/>
                  <a:pt x="186531" y="30644"/>
                  <a:pt x="186531" y="63500"/>
                </a:cubicBezTo>
                <a:cubicBezTo>
                  <a:pt x="186531" y="96356"/>
                  <a:pt x="159856" y="123031"/>
                  <a:pt x="127000" y="123031"/>
                </a:cubicBezTo>
                <a:cubicBezTo>
                  <a:pt x="94144" y="123031"/>
                  <a:pt x="67469" y="96356"/>
                  <a:pt x="67469" y="63500"/>
                </a:cubicBezTo>
                <a:close/>
                <a:moveTo>
                  <a:pt x="23812" y="239266"/>
                </a:moveTo>
                <a:cubicBezTo>
                  <a:pt x="23812" y="190401"/>
                  <a:pt x="63401" y="150813"/>
                  <a:pt x="112266" y="150813"/>
                </a:cubicBezTo>
                <a:lnTo>
                  <a:pt x="141734" y="150813"/>
                </a:lnTo>
                <a:cubicBezTo>
                  <a:pt x="190599" y="150813"/>
                  <a:pt x="230188" y="190401"/>
                  <a:pt x="230188" y="239266"/>
                </a:cubicBezTo>
                <a:cubicBezTo>
                  <a:pt x="230188" y="247402"/>
                  <a:pt x="223589" y="254000"/>
                  <a:pt x="215454" y="254000"/>
                </a:cubicBezTo>
                <a:lnTo>
                  <a:pt x="38546" y="254000"/>
                </a:lnTo>
                <a:cubicBezTo>
                  <a:pt x="30411" y="254000"/>
                  <a:pt x="23812" y="247402"/>
                  <a:pt x="23812" y="239266"/>
                </a:cubicBezTo>
                <a:close/>
                <a:moveTo>
                  <a:pt x="303808" y="65832"/>
                </a:moveTo>
                <a:lnTo>
                  <a:pt x="264120" y="129332"/>
                </a:lnTo>
                <a:cubicBezTo>
                  <a:pt x="262037" y="132655"/>
                  <a:pt x="258465" y="134739"/>
                  <a:pt x="254546" y="134938"/>
                </a:cubicBezTo>
                <a:cubicBezTo>
                  <a:pt x="250627" y="135136"/>
                  <a:pt x="246856" y="133350"/>
                  <a:pt x="244525" y="130175"/>
                </a:cubicBezTo>
                <a:lnTo>
                  <a:pt x="220712" y="98425"/>
                </a:lnTo>
                <a:cubicBezTo>
                  <a:pt x="216743" y="93166"/>
                  <a:pt x="217835" y="85725"/>
                  <a:pt x="223093" y="81756"/>
                </a:cubicBezTo>
                <a:cubicBezTo>
                  <a:pt x="228352" y="77787"/>
                  <a:pt x="235793" y="78879"/>
                  <a:pt x="239762" y="84138"/>
                </a:cubicBezTo>
                <a:lnTo>
                  <a:pt x="253157" y="101997"/>
                </a:lnTo>
                <a:lnTo>
                  <a:pt x="283617" y="53231"/>
                </a:lnTo>
                <a:cubicBezTo>
                  <a:pt x="287089" y="47675"/>
                  <a:pt x="294432" y="45938"/>
                  <a:pt x="300038" y="49461"/>
                </a:cubicBezTo>
                <a:cubicBezTo>
                  <a:pt x="305643" y="52983"/>
                  <a:pt x="307330" y="60275"/>
                  <a:pt x="303808" y="65881"/>
                </a:cubicBezTo>
                <a:close/>
              </a:path>
            </a:pathLst>
          </a:custGeom>
          <a:solidFill>
            <a:srgbClr val="FCCA45"/>
          </a:solidFill>
        </p:spPr>
      </p:sp>
      <p:sp>
        <p:nvSpPr>
          <p:cNvPr id="10" name="Text 7"/>
          <p:cNvSpPr/>
          <p:nvPr/>
        </p:nvSpPr>
        <p:spPr>
          <a:xfrm>
            <a:off x="6705600" y="3771900"/>
            <a:ext cx="5232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角色：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既要关注实验室的突破，更要深入场景，用工具捕捉微小的“不完美”。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27775" y="4635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EE6172"/>
          </a:solidFill>
        </p:spPr>
      </p:sp>
      <p:sp>
        <p:nvSpPr>
          <p:cNvPr id="12" name="Text 9"/>
          <p:cNvSpPr/>
          <p:nvPr/>
        </p:nvSpPr>
        <p:spPr>
          <a:xfrm>
            <a:off x="6727627" y="4584700"/>
            <a:ext cx="5207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行动：从今天起，</a:t>
            </a:r>
            <a:r>
              <a:rPr lang="en-US" dirty="0">
                <a:solidFill>
                  <a:srgbClr val="FFFFFF"/>
                </a:solidFill>
                <a:highlight>
                  <a:srgbClr val="EE6172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质疑 </a:t>
            </a:r>
            <a:r>
              <a:rPr lang="en-US" dirty="0">
                <a:solidFill>
                  <a:srgbClr val="25315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你每天使用的每一个“理所当然”的产品。</a:t>
            </a:r>
            <a:endParaRPr lang="en-US" dirty="0">
              <a:solidFill>
                <a:srgbClr val="25315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8" name="Image 0" descr="https://kimi-web-img.moonshot.cn/img/www.cartoonaday.com/1b67e057f958b203472cf37dfdd530436a25b0ad.jpg"/>
          <p:cNvPicPr>
            <a:picLocks noChangeAspect="1"/>
          </p:cNvPicPr>
          <p:nvPr/>
        </p:nvPicPr>
        <p:blipFill>
          <a:blip r:embed="rId1"/>
          <a:srcRect t="33954" b="33954"/>
          <a:stretch>
            <a:fillRect/>
          </a:stretch>
        </p:blipFill>
        <p:spPr>
          <a:xfrm>
            <a:off x="219710" y="1742440"/>
            <a:ext cx="5794375" cy="2842260"/>
          </a:xfrm>
          <a:prstGeom prst="roundRect">
            <a:avLst>
              <a:gd name="adj" fmla="val 4800"/>
            </a:avLst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1E5D5"/>
          </a:solidFill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8:35:57-d2tbq3dnfo2stf9djtt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0845" y="3060065"/>
            <a:ext cx="4645025" cy="5670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9815" y="361950"/>
            <a:ext cx="10026015" cy="5439410"/>
          </a:xfrm>
          <a:prstGeom prst="ellipse">
            <a:avLst/>
          </a:prstGeom>
          <a:solidFill>
            <a:srgbClr val="FFFFFF">
              <a:alpha val="0"/>
            </a:srgbClr>
          </a:solidFill>
          <a:ln w="53975">
            <a:solidFill>
              <a:srgbClr val="F87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9815" y="361950"/>
            <a:ext cx="10026015" cy="54394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58105" y="4269740"/>
            <a:ext cx="8011160" cy="3679825"/>
          </a:xfrm>
          <a:prstGeom prst="rect">
            <a:avLst/>
          </a:prstGeom>
          <a:solidFill>
            <a:srgbClr val="F1E5D5"/>
          </a:solidFill>
        </p:spPr>
      </p:sp>
      <p:sp>
        <p:nvSpPr>
          <p:cNvPr id="8" name="Text 5"/>
          <p:cNvSpPr/>
          <p:nvPr/>
        </p:nvSpPr>
        <p:spPr>
          <a:xfrm>
            <a:off x="5158105" y="4269740"/>
            <a:ext cx="8011160" cy="36798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5-18:35:59-d2tbq3tnfo2stf9djtug.png"/>
          <p:cNvPicPr>
            <a:picLocks noChangeAspect="1"/>
          </p:cNvPicPr>
          <p:nvPr/>
        </p:nvPicPr>
        <p:blipFill>
          <a:blip r:embed="rId2"/>
          <a:srcRect l="14" r="14"/>
          <a:stretch>
            <a:fillRect/>
          </a:stretch>
        </p:blipFill>
        <p:spPr>
          <a:xfrm>
            <a:off x="1905" y="1789430"/>
            <a:ext cx="8321675" cy="46647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08265" y="5183505"/>
            <a:ext cx="269176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汇报人：余佳欣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26075" y="2083435"/>
            <a:ext cx="4778375" cy="9766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感谢您的观看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2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3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4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5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6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7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8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9.xml><?xml version="1.0" encoding="utf-8"?>
<p:tagLst xmlns:p="http://schemas.openxmlformats.org/presentationml/2006/main">
  <p:tag name="KSO_WM_DIAGRAM_VIRTUALLY_FRAME" val="{&quot;height&quot;:165.2,&quot;left&quot;:20,&quot;top&quot;:250.8,&quot;width&quot;:444}"/>
</p:tagLst>
</file>

<file path=ppt/tags/tag10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1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2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3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4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5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6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7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8.xml><?xml version="1.0" encoding="utf-8"?>
<p:tagLst xmlns:p="http://schemas.openxmlformats.org/presentationml/2006/main">
  <p:tag name="KSO_WM_DIAGRAM_VIRTUALLY_FRAME" val="{&quot;height&quot;:132,&quot;left&quot;:496,&quot;top&quot;:252,&quot;width&quot;:444}"/>
</p:tagLst>
</file>

<file path=ppt/tags/tag19.xml><?xml version="1.0" encoding="utf-8"?>
<p:tagLst xmlns:p="http://schemas.openxmlformats.org/presentationml/2006/main">
  <p:tag name="KSO_WM_DIAGRAM_VIRTUALLY_FRAME" val="{&quot;height&quot;:68,&quot;left&quot;:23,&quot;top&quot;:324,&quot;width&quot;:404.2}"/>
</p:tagLst>
</file>

<file path=ppt/tags/tag20.xml><?xml version="1.0" encoding="utf-8"?>
<p:tagLst xmlns:p="http://schemas.openxmlformats.org/presentationml/2006/main">
  <p:tag name="KSO_WM_DIAGRAM_VIRTUALLY_FRAME" val="{&quot;height&quot;:68,&quot;left&quot;:23,&quot;top&quot;:324,&quot;width&quot;:404.2}"/>
</p:tagLst>
</file>

<file path=ppt/tags/tag21.xml><?xml version="1.0" encoding="utf-8"?>
<p:tagLst xmlns:p="http://schemas.openxmlformats.org/presentationml/2006/main">
  <p:tag name="KSO_WM_DIAGRAM_VIRTUALLY_FRAME" val="{&quot;height&quot;:68,&quot;left&quot;:23,&quot;top&quot;:324,&quot;width&quot;:404.2}"/>
</p:tagLst>
</file>

<file path=ppt/tags/tag22.xml><?xml version="1.0" encoding="utf-8"?>
<p:tagLst xmlns:p="http://schemas.openxmlformats.org/presentationml/2006/main">
  <p:tag name="KSO_WM_DIAGRAM_VIRTUALLY_FRAME" val="{&quot;height&quot;:68,&quot;left&quot;:23,&quot;top&quot;:324,&quot;width&quot;:404.2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WPS 演示</Application>
  <PresentationFormat>On-screen Show (16:9)</PresentationFormat>
  <Paragraphs>162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产品创新与设计：发现看不见的痛点</dc:title>
  <dc:creator>Kimi</dc:creator>
  <dc:subject>产品创新与设计：发现看不见的痛点</dc:subject>
  <cp:lastModifiedBy>余佳欣</cp:lastModifiedBy>
  <cp:revision>5</cp:revision>
  <dcterms:created xsi:type="dcterms:W3CDTF">2025-10-20T06:16:00Z</dcterms:created>
  <dcterms:modified xsi:type="dcterms:W3CDTF">2026-06-04T08:23:59Z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{"Label":"产品创新与设计：发现看不见的痛点","ContentProducer":"001191110108MACG2KBH8F10000","ProduceID":"d3qt19rdjm8u7h4tmt2g","ReservedCode1":"","ContentPropagator":"001191110108MACG2KBH8F20000","PropagateID":"d3qt19rdjm8u7h4tmt2g","ReservedCode2":""}</vt:lpwstr>
  </property>
  <property fmtid="{D5CDD505-2E9C-101B-9397-08002B2CF9AE}" pid="3" name="ICV">
    <vt:lpwstr>FBC912A0407841CA9C896C2C8C6074D9_13</vt:lpwstr>
  </property>
  <property fmtid="{D5CDD505-2E9C-101B-9397-08002B2CF9AE}" pid="4" name="KSOProductBuildVer">
    <vt:lpwstr>2052-12.1.0.24034</vt:lpwstr>
  </property>
</Properties>
</file>